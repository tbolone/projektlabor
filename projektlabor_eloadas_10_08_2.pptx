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1" r:id="rId5"/>
    <p:sldId id="260" r:id="rId6"/>
    <p:sldId id="266" r:id="rId7"/>
    <p:sldId id="270" r:id="rId8"/>
    <p:sldId id="271" r:id="rId9"/>
    <p:sldId id="273" r:id="rId10"/>
    <p:sldId id="274" r:id="rId11"/>
    <p:sldId id="275" r:id="rId12"/>
    <p:sldId id="268" r:id="rId13"/>
  </p:sldIdLst>
  <p:sldSz cx="12192000" cy="6858000"/>
  <p:notesSz cx="6858000" cy="9144000"/>
  <p:embeddedFontLst>
    <p:embeddedFont>
      <p:font typeface="IBM Plex Serif Light" panose="02060403050406000203" pitchFamily="18" charset="-18"/>
      <p:regular r:id="rId15"/>
      <p:italic r:id="rId16"/>
    </p:embeddedFont>
    <p:embeddedFont>
      <p:font typeface="IBM Plex Serif SemiBold" panose="02060703050406000203" pitchFamily="18" charset="-18"/>
      <p:bold r:id="rId17"/>
      <p:boldItalic r:id="rId18"/>
    </p:embeddedFont>
    <p:embeddedFont>
      <p:font typeface="Raleway Black" pitchFamily="2" charset="-18"/>
      <p:bold r:id="rId19"/>
      <p:boldItalic r:id="rId20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780"/>
    <a:srgbClr val="F0F0F0"/>
    <a:srgbClr val="9FC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73" autoAdjust="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ogh András" userId="f5d0a104-4f34-4273-8130-e237954587a6" providerId="ADAL" clId="{8405B9B6-F993-4F6A-92B0-B9D67CD73FBF}"/>
    <pc:docChg chg="undo custSel modSld modMainMaster">
      <pc:chgData name="Balogh András" userId="f5d0a104-4f34-4273-8130-e237954587a6" providerId="ADAL" clId="{8405B9B6-F993-4F6A-92B0-B9D67CD73FBF}" dt="2024-01-26T08:49:27.539" v="81" actId="1076"/>
      <pc:docMkLst>
        <pc:docMk/>
      </pc:docMkLst>
      <pc:sldChg chg="modSp mod modClrScheme chgLayout">
        <pc:chgData name="Balogh András" userId="f5d0a104-4f34-4273-8130-e237954587a6" providerId="ADAL" clId="{8405B9B6-F993-4F6A-92B0-B9D67CD73FBF}" dt="2024-01-26T08:47:11.698" v="57" actId="1076"/>
        <pc:sldMkLst>
          <pc:docMk/>
          <pc:sldMk cId="1470132615" sldId="257"/>
        </pc:sldMkLst>
        <pc:spChg chg="mod ord">
          <ac:chgData name="Balogh András" userId="f5d0a104-4f34-4273-8130-e237954587a6" providerId="ADAL" clId="{8405B9B6-F993-4F6A-92B0-B9D67CD73FBF}" dt="2024-01-26T08:47:11.698" v="57" actId="1076"/>
          <ac:spMkLst>
            <pc:docMk/>
            <pc:sldMk cId="1470132615" sldId="257"/>
            <ac:spMk id="2" creationId="{00000000-0000-0000-0000-000000000000}"/>
          </ac:spMkLst>
        </pc:spChg>
        <pc:spChg chg="mod ord">
          <ac:chgData name="Balogh András" userId="f5d0a104-4f34-4273-8130-e237954587a6" providerId="ADAL" clId="{8405B9B6-F993-4F6A-92B0-B9D67CD73FBF}" dt="2024-01-26T08:47:11.698" v="57" actId="1076"/>
          <ac:spMkLst>
            <pc:docMk/>
            <pc:sldMk cId="1470132615" sldId="257"/>
            <ac:spMk id="3" creationId="{00000000-0000-0000-0000-000000000000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1:26.322" v="9" actId="1076"/>
        <pc:sldMkLst>
          <pc:docMk/>
          <pc:sldMk cId="257360071" sldId="258"/>
        </pc:sldMkLst>
        <pc:spChg chg="mod ord">
          <ac:chgData name="Balogh András" userId="f5d0a104-4f34-4273-8130-e237954587a6" providerId="ADAL" clId="{8405B9B6-F993-4F6A-92B0-B9D67CD73FBF}" dt="2024-01-26T08:41:14.198" v="7" actId="700"/>
          <ac:spMkLst>
            <pc:docMk/>
            <pc:sldMk cId="257360071" sldId="258"/>
            <ac:spMk id="4" creationId="{00000000-0000-0000-0000-000000000000}"/>
          </ac:spMkLst>
        </pc:spChg>
        <pc:spChg chg="mod ord">
          <ac:chgData name="Balogh András" userId="f5d0a104-4f34-4273-8130-e237954587a6" providerId="ADAL" clId="{8405B9B6-F993-4F6A-92B0-B9D67CD73FBF}" dt="2024-01-26T08:41:14.198" v="7" actId="700"/>
          <ac:spMkLst>
            <pc:docMk/>
            <pc:sldMk cId="257360071" sldId="258"/>
            <ac:spMk id="8" creationId="{CBDB776E-94B1-B9E2-3BFD-3F86AF2EAB1A}"/>
          </ac:spMkLst>
        </pc:spChg>
        <pc:picChg chg="mod ord">
          <ac:chgData name="Balogh András" userId="f5d0a104-4f34-4273-8130-e237954587a6" providerId="ADAL" clId="{8405B9B6-F993-4F6A-92B0-B9D67CD73FBF}" dt="2024-01-26T08:41:26.322" v="9" actId="1076"/>
          <ac:picMkLst>
            <pc:docMk/>
            <pc:sldMk cId="257360071" sldId="258"/>
            <ac:picMk id="7" creationId="{00000000-0000-0000-0000-000000000000}"/>
          </ac:picMkLst>
        </pc:picChg>
      </pc:sldChg>
      <pc:sldChg chg="modSp mod modClrScheme chgLayout">
        <pc:chgData name="Balogh András" userId="f5d0a104-4f34-4273-8130-e237954587a6" providerId="ADAL" clId="{8405B9B6-F993-4F6A-92B0-B9D67CD73FBF}" dt="2024-01-26T08:47:46.722" v="63" actId="14100"/>
        <pc:sldMkLst>
          <pc:docMk/>
          <pc:sldMk cId="4102639529" sldId="259"/>
        </pc:sldMkLst>
        <pc:spChg chg="mod ord">
          <ac:chgData name="Balogh András" userId="f5d0a104-4f34-4273-8130-e237954587a6" providerId="ADAL" clId="{8405B9B6-F993-4F6A-92B0-B9D67CD73FBF}" dt="2024-01-26T08:47:40.438" v="62" actId="700"/>
          <ac:spMkLst>
            <pc:docMk/>
            <pc:sldMk cId="4102639529" sldId="259"/>
            <ac:spMk id="5" creationId="{65285837-6801-163D-5FC1-ED76174552BD}"/>
          </ac:spMkLst>
        </pc:spChg>
        <pc:spChg chg="mod ord">
          <ac:chgData name="Balogh András" userId="f5d0a104-4f34-4273-8130-e237954587a6" providerId="ADAL" clId="{8405B9B6-F993-4F6A-92B0-B9D67CD73FBF}" dt="2024-01-26T08:47:40.438" v="62" actId="700"/>
          <ac:spMkLst>
            <pc:docMk/>
            <pc:sldMk cId="4102639529" sldId="259"/>
            <ac:spMk id="10" creationId="{00000000-0000-0000-0000-000000000000}"/>
          </ac:spMkLst>
        </pc:spChg>
        <pc:picChg chg="mod ord">
          <ac:chgData name="Balogh András" userId="f5d0a104-4f34-4273-8130-e237954587a6" providerId="ADAL" clId="{8405B9B6-F993-4F6A-92B0-B9D67CD73FBF}" dt="2024-01-26T08:47:46.722" v="63" actId="14100"/>
          <ac:picMkLst>
            <pc:docMk/>
            <pc:sldMk cId="4102639529" sldId="259"/>
            <ac:picMk id="14" creationId="{00000000-0000-0000-0000-000000000000}"/>
          </ac:picMkLst>
        </pc:picChg>
      </pc:sldChg>
      <pc:sldChg chg="modSp mod modClrScheme chgLayout">
        <pc:chgData name="Balogh András" userId="f5d0a104-4f34-4273-8130-e237954587a6" providerId="ADAL" clId="{8405B9B6-F993-4F6A-92B0-B9D67CD73FBF}" dt="2024-01-26T08:48:16.731" v="68" actId="1076"/>
        <pc:sldMkLst>
          <pc:docMk/>
          <pc:sldMk cId="2577150692" sldId="260"/>
        </pc:sldMkLst>
        <pc:spChg chg="mod ord">
          <ac:chgData name="Balogh András" userId="f5d0a104-4f34-4273-8130-e237954587a6" providerId="ADAL" clId="{8405B9B6-F993-4F6A-92B0-B9D67CD73FBF}" dt="2024-01-26T08:47:58.750" v="64" actId="700"/>
          <ac:spMkLst>
            <pc:docMk/>
            <pc:sldMk cId="2577150692" sldId="260"/>
            <ac:spMk id="2" creationId="{00000000-0000-0000-0000-000000000000}"/>
          </ac:spMkLst>
        </pc:spChg>
        <pc:graphicFrameChg chg="mod ord">
          <ac:chgData name="Balogh András" userId="f5d0a104-4f34-4273-8130-e237954587a6" providerId="ADAL" clId="{8405B9B6-F993-4F6A-92B0-B9D67CD73FBF}" dt="2024-01-26T08:48:16.731" v="68" actId="1076"/>
          <ac:graphicFrameMkLst>
            <pc:docMk/>
            <pc:sldMk cId="2577150692" sldId="260"/>
            <ac:graphicFrameMk id="7" creationId="{00000000-0000-0000-0000-000000000000}"/>
          </ac:graphicFrameMkLst>
        </pc:graphicFrameChg>
      </pc:sldChg>
      <pc:sldChg chg="modSp mod modClrScheme chgLayout">
        <pc:chgData name="Balogh András" userId="f5d0a104-4f34-4273-8130-e237954587a6" providerId="ADAL" clId="{8405B9B6-F993-4F6A-92B0-B9D67CD73FBF}" dt="2024-01-26T08:41:06.202" v="6" actId="1076"/>
        <pc:sldMkLst>
          <pc:docMk/>
          <pc:sldMk cId="671919178" sldId="261"/>
        </pc:sldMkLst>
        <pc:spChg chg="mod ord">
          <ac:chgData name="Balogh András" userId="f5d0a104-4f34-4273-8130-e237954587a6" providerId="ADAL" clId="{8405B9B6-F993-4F6A-92B0-B9D67CD73FBF}" dt="2024-01-26T08:40:51.645" v="3" actId="700"/>
          <ac:spMkLst>
            <pc:docMk/>
            <pc:sldMk cId="671919178" sldId="261"/>
            <ac:spMk id="3" creationId="{0EB271AC-B7D2-159A-1892-6CD41BA1B862}"/>
          </ac:spMkLst>
        </pc:spChg>
        <pc:spChg chg="mod ord">
          <ac:chgData name="Balogh András" userId="f5d0a104-4f34-4273-8130-e237954587a6" providerId="ADAL" clId="{8405B9B6-F993-4F6A-92B0-B9D67CD73FBF}" dt="2024-01-26T08:40:51.645" v="3" actId="700"/>
          <ac:spMkLst>
            <pc:docMk/>
            <pc:sldMk cId="671919178" sldId="261"/>
            <ac:spMk id="5" creationId="{00000000-0000-0000-0000-000000000000}"/>
          </ac:spMkLst>
        </pc:spChg>
        <pc:picChg chg="mod ord">
          <ac:chgData name="Balogh András" userId="f5d0a104-4f34-4273-8130-e237954587a6" providerId="ADAL" clId="{8405B9B6-F993-4F6A-92B0-B9D67CD73FBF}" dt="2024-01-26T08:41:06.202" v="6" actId="1076"/>
          <ac:picMkLst>
            <pc:docMk/>
            <pc:sldMk cId="671919178" sldId="261"/>
            <ac:picMk id="16" creationId="{00000000-0000-0000-0000-000000000000}"/>
          </ac:picMkLst>
        </pc:picChg>
      </pc:sldChg>
      <pc:sldChg chg="addSp delSp modSp mod modClrScheme chgLayout">
        <pc:chgData name="Balogh András" userId="f5d0a104-4f34-4273-8130-e237954587a6" providerId="ADAL" clId="{8405B9B6-F993-4F6A-92B0-B9D67CD73FBF}" dt="2024-01-26T08:40:40.522" v="2" actId="478"/>
        <pc:sldMkLst>
          <pc:docMk/>
          <pc:sldMk cId="307229294" sldId="262"/>
        </pc:sldMkLst>
        <pc:spChg chg="add del mod ord">
          <ac:chgData name="Balogh András" userId="f5d0a104-4f34-4273-8130-e237954587a6" providerId="ADAL" clId="{8405B9B6-F993-4F6A-92B0-B9D67CD73FBF}" dt="2024-01-26T08:40:38.523" v="1" actId="478"/>
          <ac:spMkLst>
            <pc:docMk/>
            <pc:sldMk cId="307229294" sldId="262"/>
            <ac:spMk id="2" creationId="{345D5C92-D93C-2690-1E70-D96ED93AE1E0}"/>
          </ac:spMkLst>
        </pc:spChg>
        <pc:spChg chg="add del mod ord">
          <ac:chgData name="Balogh András" userId="f5d0a104-4f34-4273-8130-e237954587a6" providerId="ADAL" clId="{8405B9B6-F993-4F6A-92B0-B9D67CD73FBF}" dt="2024-01-26T08:40:40.522" v="2" actId="478"/>
          <ac:spMkLst>
            <pc:docMk/>
            <pc:sldMk cId="307229294" sldId="262"/>
            <ac:spMk id="3" creationId="{24B6AB58-9CBD-01EB-3D06-0EA05CE0FBF4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53.979" v="55" actId="1076"/>
        <pc:sldMkLst>
          <pc:docMk/>
          <pc:sldMk cId="2459097861" sldId="263"/>
        </pc:sldMkLst>
        <pc:spChg chg="mod ord">
          <ac:chgData name="Balogh András" userId="f5d0a104-4f34-4273-8130-e237954587a6" providerId="ADAL" clId="{8405B9B6-F993-4F6A-92B0-B9D67CD73FBF}" dt="2024-01-26T08:46:53.979" v="55" actId="1076"/>
          <ac:spMkLst>
            <pc:docMk/>
            <pc:sldMk cId="2459097861" sldId="263"/>
            <ac:spMk id="3" creationId="{EEEFFCF1-7E4C-4FCC-D022-57D753C812CF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2:40.522" v="17" actId="1076"/>
        <pc:sldMkLst>
          <pc:docMk/>
          <pc:sldMk cId="1499025018" sldId="264"/>
        </pc:sldMkLst>
        <pc:spChg chg="mod ord">
          <ac:chgData name="Balogh András" userId="f5d0a104-4f34-4273-8130-e237954587a6" providerId="ADAL" clId="{8405B9B6-F993-4F6A-92B0-B9D67CD73FBF}" dt="2024-01-26T08:42:40.522" v="17" actId="1076"/>
          <ac:spMkLst>
            <pc:docMk/>
            <pc:sldMk cId="1499025018" sldId="264"/>
            <ac:spMk id="2" creationId="{6E304BF2-407C-651F-A6F2-6827FDDA2911}"/>
          </ac:spMkLst>
        </pc:spChg>
        <pc:spChg chg="add del mod ord">
          <ac:chgData name="Balogh András" userId="f5d0a104-4f34-4273-8130-e237954587a6" providerId="ADAL" clId="{8405B9B6-F993-4F6A-92B0-B9D67CD73FBF}" dt="2024-01-26T08:42:35.641" v="16" actId="478"/>
          <ac:spMkLst>
            <pc:docMk/>
            <pc:sldMk cId="1499025018" sldId="264"/>
            <ac:spMk id="4" creationId="{C15750AC-7FCB-3288-D8BC-9D80B61DE741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41.211" v="53" actId="1076"/>
        <pc:sldMkLst>
          <pc:docMk/>
          <pc:sldMk cId="3421288269" sldId="265"/>
        </pc:sldMkLst>
        <pc:spChg chg="mod ord">
          <ac:chgData name="Balogh András" userId="f5d0a104-4f34-4273-8130-e237954587a6" providerId="ADAL" clId="{8405B9B6-F993-4F6A-92B0-B9D67CD73FBF}" dt="2024-01-26T08:46:41.211" v="53" actId="1076"/>
          <ac:spMkLst>
            <pc:docMk/>
            <pc:sldMk cId="3421288269" sldId="265"/>
            <ac:spMk id="5" creationId="{3CF8E49A-6E3E-2A63-6989-C0D013ED69A0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2:22.634" v="14" actId="478"/>
        <pc:sldMkLst>
          <pc:docMk/>
          <pc:sldMk cId="1794315408" sldId="266"/>
        </pc:sldMkLst>
        <pc:spChg chg="add del mod ord">
          <ac:chgData name="Balogh András" userId="f5d0a104-4f34-4273-8130-e237954587a6" providerId="ADAL" clId="{8405B9B6-F993-4F6A-92B0-B9D67CD73FBF}" dt="2024-01-26T08:42:22.634" v="14" actId="478"/>
          <ac:spMkLst>
            <pc:docMk/>
            <pc:sldMk cId="1794315408" sldId="266"/>
            <ac:spMk id="2" creationId="{782459D1-F6B3-2173-9673-D4AF59A8E5F5}"/>
          </ac:spMkLst>
        </pc:spChg>
        <pc:spChg chg="mod ord">
          <ac:chgData name="Balogh András" userId="f5d0a104-4f34-4273-8130-e237954587a6" providerId="ADAL" clId="{8405B9B6-F993-4F6A-92B0-B9D67CD73FBF}" dt="2024-01-26T08:42:12.935" v="13" actId="700"/>
          <ac:spMkLst>
            <pc:docMk/>
            <pc:sldMk cId="1794315408" sldId="266"/>
            <ac:spMk id="5" creationId="{E74C5B8D-A284-16AF-EE65-8C865C9614C5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24.490" v="51" actId="1076"/>
        <pc:sldMkLst>
          <pc:docMk/>
          <pc:sldMk cId="3386046177" sldId="267"/>
        </pc:sldMkLst>
        <pc:spChg chg="mod ord">
          <ac:chgData name="Balogh András" userId="f5d0a104-4f34-4273-8130-e237954587a6" providerId="ADAL" clId="{8405B9B6-F993-4F6A-92B0-B9D67CD73FBF}" dt="2024-01-26T08:45:58.778" v="49" actId="1076"/>
          <ac:spMkLst>
            <pc:docMk/>
            <pc:sldMk cId="3386046177" sldId="267"/>
            <ac:spMk id="5" creationId="{A94AA362-B33D-0B42-4DC1-10FAEB2D93F7}"/>
          </ac:spMkLst>
        </pc:spChg>
        <pc:graphicFrameChg chg="mod modGraphic">
          <ac:chgData name="Balogh András" userId="f5d0a104-4f34-4273-8130-e237954587a6" providerId="ADAL" clId="{8405B9B6-F993-4F6A-92B0-B9D67CD73FBF}" dt="2024-01-26T08:46:24.490" v="51" actId="1076"/>
          <ac:graphicFrameMkLst>
            <pc:docMk/>
            <pc:sldMk cId="3386046177" sldId="267"/>
            <ac:graphicFrameMk id="8" creationId="{0CC7E373-44C1-C025-4C23-B1CF73E11C98}"/>
          </ac:graphicFrameMkLst>
        </pc:graphicFrameChg>
      </pc:sldChg>
      <pc:sldChg chg="modSp mod modClrScheme chgLayout">
        <pc:chgData name="Balogh András" userId="f5d0a104-4f34-4273-8130-e237954587a6" providerId="ADAL" clId="{8405B9B6-F993-4F6A-92B0-B9D67CD73FBF}" dt="2024-01-26T08:49:27.539" v="81" actId="1076"/>
        <pc:sldMkLst>
          <pc:docMk/>
          <pc:sldMk cId="1793686015" sldId="268"/>
        </pc:sldMkLst>
        <pc:spChg chg="mod ord">
          <ac:chgData name="Balogh András" userId="f5d0a104-4f34-4273-8130-e237954587a6" providerId="ADAL" clId="{8405B9B6-F993-4F6A-92B0-B9D67CD73FBF}" dt="2024-01-26T08:49:27.539" v="81" actId="1076"/>
          <ac:spMkLst>
            <pc:docMk/>
            <pc:sldMk cId="1793686015" sldId="268"/>
            <ac:spMk id="2" creationId="{6E304BF2-407C-651F-A6F2-6827FDDA2911}"/>
          </ac:spMkLst>
        </pc:spChg>
        <pc:spChg chg="mod ord">
          <ac:chgData name="Balogh András" userId="f5d0a104-4f34-4273-8130-e237954587a6" providerId="ADAL" clId="{8405B9B6-F993-4F6A-92B0-B9D67CD73FBF}" dt="2024-01-26T08:49:10.267" v="78" actId="1076"/>
          <ac:spMkLst>
            <pc:docMk/>
            <pc:sldMk cId="1793686015" sldId="268"/>
            <ac:spMk id="4" creationId="{A8C81E0B-A45B-B766-18E5-369A3C4B9D50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8:39.042" v="72" actId="478"/>
        <pc:sldMkLst>
          <pc:docMk/>
          <pc:sldMk cId="1275389539" sldId="269"/>
        </pc:sldMkLst>
        <pc:spChg chg="mod ord">
          <ac:chgData name="Balogh András" userId="f5d0a104-4f34-4273-8130-e237954587a6" providerId="ADAL" clId="{8405B9B6-F993-4F6A-92B0-B9D67CD73FBF}" dt="2024-01-26T08:48:36.288" v="71" actId="700"/>
          <ac:spMkLst>
            <pc:docMk/>
            <pc:sldMk cId="1275389539" sldId="269"/>
            <ac:spMk id="2" creationId="{9BAA9773-F752-FCB8-64E5-5831366DB6F3}"/>
          </ac:spMkLst>
        </pc:spChg>
        <pc:spChg chg="add del mod ord">
          <ac:chgData name="Balogh András" userId="f5d0a104-4f34-4273-8130-e237954587a6" providerId="ADAL" clId="{8405B9B6-F993-4F6A-92B0-B9D67CD73FBF}" dt="2024-01-26T08:48:39.042" v="72" actId="478"/>
          <ac:spMkLst>
            <pc:docMk/>
            <pc:sldMk cId="1275389539" sldId="269"/>
            <ac:spMk id="3" creationId="{4FD130C5-B759-D1B9-332A-7123D8A93603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8:29.760" v="70" actId="478"/>
        <pc:sldMkLst>
          <pc:docMk/>
          <pc:sldMk cId="686112824" sldId="270"/>
        </pc:sldMkLst>
        <pc:spChg chg="mod ord">
          <ac:chgData name="Balogh András" userId="f5d0a104-4f34-4273-8130-e237954587a6" providerId="ADAL" clId="{8405B9B6-F993-4F6A-92B0-B9D67CD73FBF}" dt="2024-01-26T08:48:26.641" v="69" actId="700"/>
          <ac:spMkLst>
            <pc:docMk/>
            <pc:sldMk cId="686112824" sldId="270"/>
            <ac:spMk id="2" creationId="{DF127DC2-6197-9F67-9F2A-9209D0C5F1B3}"/>
          </ac:spMkLst>
        </pc:spChg>
        <pc:spChg chg="add del mod ord">
          <ac:chgData name="Balogh András" userId="f5d0a104-4f34-4273-8130-e237954587a6" providerId="ADAL" clId="{8405B9B6-F993-4F6A-92B0-B9D67CD73FBF}" dt="2024-01-26T08:48:29.760" v="70" actId="478"/>
          <ac:spMkLst>
            <pc:docMk/>
            <pc:sldMk cId="686112824" sldId="270"/>
            <ac:spMk id="12" creationId="{5021E7F5-3C83-52A0-14E7-A5D7AF0D45DC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1:58.211" v="12" actId="14100"/>
        <pc:sldMkLst>
          <pc:docMk/>
          <pc:sldMk cId="1512818884" sldId="271"/>
        </pc:sldMkLst>
        <pc:spChg chg="add del mod ord">
          <ac:chgData name="Balogh András" userId="f5d0a104-4f34-4273-8130-e237954587a6" providerId="ADAL" clId="{8405B9B6-F993-4F6A-92B0-B9D67CD73FBF}" dt="2024-01-26T08:41:42.057" v="11" actId="478"/>
          <ac:spMkLst>
            <pc:docMk/>
            <pc:sldMk cId="1512818884" sldId="271"/>
            <ac:spMk id="3" creationId="{6474E425-5458-28D1-519B-E86E7FDBB75E}"/>
          </ac:spMkLst>
        </pc:spChg>
        <pc:spChg chg="mod ord">
          <ac:chgData name="Balogh András" userId="f5d0a104-4f34-4273-8130-e237954587a6" providerId="ADAL" clId="{8405B9B6-F993-4F6A-92B0-B9D67CD73FBF}" dt="2024-01-26T08:41:37.288" v="10" actId="700"/>
          <ac:spMkLst>
            <pc:docMk/>
            <pc:sldMk cId="1512818884" sldId="271"/>
            <ac:spMk id="5" creationId="{A94AA362-B33D-0B42-4DC1-10FAEB2D93F7}"/>
          </ac:spMkLst>
        </pc:spChg>
        <pc:picChg chg="mod">
          <ac:chgData name="Balogh András" userId="f5d0a104-4f34-4273-8130-e237954587a6" providerId="ADAL" clId="{8405B9B6-F993-4F6A-92B0-B9D67CD73FBF}" dt="2024-01-26T08:41:58.211" v="12" actId="14100"/>
          <ac:picMkLst>
            <pc:docMk/>
            <pc:sldMk cId="1512818884" sldId="271"/>
            <ac:picMk id="2" creationId="{3B97A60C-D0BE-DEE1-418F-6CB09B702993}"/>
          </ac:picMkLst>
        </pc:picChg>
      </pc:sldChg>
      <pc:sldMasterChg chg="addSldLayout modSldLayout">
        <pc:chgData name="Balogh András" userId="f5d0a104-4f34-4273-8130-e237954587a6" providerId="ADAL" clId="{8405B9B6-F993-4F6A-92B0-B9D67CD73FBF}" dt="2024-01-26T08:45:16.343" v="45" actId="478"/>
        <pc:sldMasterMkLst>
          <pc:docMk/>
          <pc:sldMasterMk cId="2794186565" sldId="2147483648"/>
        </pc:sldMasterMkLst>
        <pc:sldLayoutChg chg="delSp add mod modTransition">
          <pc:chgData name="Balogh András" userId="f5d0a104-4f34-4273-8130-e237954587a6" providerId="ADAL" clId="{8405B9B6-F993-4F6A-92B0-B9D67CD73FBF}" dt="2024-01-26T08:43:16.483" v="20" actId="478"/>
          <pc:sldLayoutMkLst>
            <pc:docMk/>
            <pc:sldMasterMk cId="2794186565" sldId="2147483648"/>
            <pc:sldLayoutMk cId="3506829429" sldId="2147483684"/>
          </pc:sldLayoutMkLst>
          <pc:spChg chg="del">
            <ac:chgData name="Balogh András" userId="f5d0a104-4f34-4273-8130-e237954587a6" providerId="ADAL" clId="{8405B9B6-F993-4F6A-92B0-B9D67CD73FBF}" dt="2024-01-26T08:43:15.391" v="19" actId="478"/>
            <ac:spMkLst>
              <pc:docMk/>
              <pc:sldMasterMk cId="2794186565" sldId="2147483648"/>
              <pc:sldLayoutMk cId="3506829429" sldId="2147483684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3:16.483" v="20" actId="478"/>
            <ac:spMkLst>
              <pc:docMk/>
              <pc:sldMasterMk cId="2794186565" sldId="2147483648"/>
              <pc:sldLayoutMk cId="3506829429" sldId="2147483684"/>
              <ac:spMk id="3" creationId="{00000000-0000-0000-0000-000000000000}"/>
            </ac:spMkLst>
          </pc:spChg>
        </pc:sldLayoutChg>
        <pc:sldLayoutChg chg="delSp add mod modTransition">
          <pc:chgData name="Balogh András" userId="f5d0a104-4f34-4273-8130-e237954587a6" providerId="ADAL" clId="{8405B9B6-F993-4F6A-92B0-B9D67CD73FBF}" dt="2024-01-26T08:43:30.003" v="23" actId="478"/>
          <pc:sldLayoutMkLst>
            <pc:docMk/>
            <pc:sldMasterMk cId="2794186565" sldId="2147483648"/>
            <pc:sldLayoutMk cId="3783727227" sldId="2147483685"/>
          </pc:sldLayoutMkLst>
          <pc:spChg chg="del">
            <ac:chgData name="Balogh András" userId="f5d0a104-4f34-4273-8130-e237954587a6" providerId="ADAL" clId="{8405B9B6-F993-4F6A-92B0-B9D67CD73FBF}" dt="2024-01-26T08:43:28.353" v="22" actId="478"/>
            <ac:spMkLst>
              <pc:docMk/>
              <pc:sldMasterMk cId="2794186565" sldId="2147483648"/>
              <pc:sldLayoutMk cId="3783727227" sldId="2147483685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3:30.003" v="23" actId="478"/>
            <ac:spMkLst>
              <pc:docMk/>
              <pc:sldMasterMk cId="2794186565" sldId="2147483648"/>
              <pc:sldLayoutMk cId="3783727227" sldId="2147483685"/>
              <ac:spMk id="3" creationId="{00000000-0000-0000-0000-000000000000}"/>
            </ac:spMkLst>
          </pc:spChg>
        </pc:sldLayoutChg>
        <pc:sldLayoutChg chg="delSp add mod modTransition">
          <pc:chgData name="Balogh András" userId="f5d0a104-4f34-4273-8130-e237954587a6" providerId="ADAL" clId="{8405B9B6-F993-4F6A-92B0-B9D67CD73FBF}" dt="2024-01-26T08:44:03.467" v="26" actId="478"/>
          <pc:sldLayoutMkLst>
            <pc:docMk/>
            <pc:sldMasterMk cId="2794186565" sldId="2147483648"/>
            <pc:sldLayoutMk cId="19683755" sldId="2147483686"/>
          </pc:sldLayoutMkLst>
          <pc:spChg chg="del">
            <ac:chgData name="Balogh András" userId="f5d0a104-4f34-4273-8130-e237954587a6" providerId="ADAL" clId="{8405B9B6-F993-4F6A-92B0-B9D67CD73FBF}" dt="2024-01-26T08:44:01.389" v="25" actId="478"/>
            <ac:spMkLst>
              <pc:docMk/>
              <pc:sldMasterMk cId="2794186565" sldId="2147483648"/>
              <pc:sldLayoutMk cId="19683755" sldId="2147483686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03.467" v="26" actId="478"/>
            <ac:spMkLst>
              <pc:docMk/>
              <pc:sldMasterMk cId="2794186565" sldId="2147483648"/>
              <pc:sldLayoutMk cId="19683755" sldId="2147483686"/>
              <ac:spMk id="3" creationId="{00000000-0000-0000-0000-000000000000}"/>
            </ac:spMkLst>
          </pc:spChg>
        </pc:sldLayoutChg>
        <pc:sldLayoutChg chg="delSp modSp add mod modTransition">
          <pc:chgData name="Balogh András" userId="f5d0a104-4f34-4273-8130-e237954587a6" providerId="ADAL" clId="{8405B9B6-F993-4F6A-92B0-B9D67CD73FBF}" dt="2024-01-26T08:44:19.021" v="31" actId="478"/>
          <pc:sldLayoutMkLst>
            <pc:docMk/>
            <pc:sldMasterMk cId="2794186565" sldId="2147483648"/>
            <pc:sldLayoutMk cId="2655560489" sldId="2147483687"/>
          </pc:sldLayoutMkLst>
          <pc:spChg chg="del">
            <ac:chgData name="Balogh András" userId="f5d0a104-4f34-4273-8130-e237954587a6" providerId="ADAL" clId="{8405B9B6-F993-4F6A-92B0-B9D67CD73FBF}" dt="2024-01-26T08:44:15.756" v="29" actId="478"/>
            <ac:spMkLst>
              <pc:docMk/>
              <pc:sldMasterMk cId="2794186565" sldId="2147483648"/>
              <pc:sldLayoutMk cId="2655560489" sldId="2147483687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19.021" v="31" actId="478"/>
            <ac:spMkLst>
              <pc:docMk/>
              <pc:sldMasterMk cId="2794186565" sldId="2147483648"/>
              <pc:sldLayoutMk cId="2655560489" sldId="2147483687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17.518" v="30" actId="478"/>
            <ac:spMkLst>
              <pc:docMk/>
              <pc:sldMasterMk cId="2794186565" sldId="2147483648"/>
              <pc:sldLayoutMk cId="2655560489" sldId="2147483687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4:14.317" v="28" actId="34135"/>
            <ac:picMkLst>
              <pc:docMk/>
              <pc:sldMasterMk cId="2794186565" sldId="2147483648"/>
              <pc:sldLayoutMk cId="2655560489" sldId="2147483687"/>
              <ac:picMk id="9" creationId="{183A35E2-4E29-555D-CE05-9FB94E4D2F3F}"/>
            </ac:picMkLst>
          </pc:picChg>
        </pc:sldLayoutChg>
        <pc:sldLayoutChg chg="delSp add mod modTransition">
          <pc:chgData name="Balogh András" userId="f5d0a104-4f34-4273-8130-e237954587a6" providerId="ADAL" clId="{8405B9B6-F993-4F6A-92B0-B9D67CD73FBF}" dt="2024-01-26T08:44:31.784" v="35" actId="478"/>
          <pc:sldLayoutMkLst>
            <pc:docMk/>
            <pc:sldMasterMk cId="2794186565" sldId="2147483648"/>
            <pc:sldLayoutMk cId="3691867848" sldId="2147483688"/>
          </pc:sldLayoutMkLst>
          <pc:spChg chg="del">
            <ac:chgData name="Balogh András" userId="f5d0a104-4f34-4273-8130-e237954587a6" providerId="ADAL" clId="{8405B9B6-F993-4F6A-92B0-B9D67CD73FBF}" dt="2024-01-26T08:44:28.284" v="33" actId="478"/>
            <ac:spMkLst>
              <pc:docMk/>
              <pc:sldMasterMk cId="2794186565" sldId="2147483648"/>
              <pc:sldLayoutMk cId="3691867848" sldId="2147483688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31.784" v="35" actId="478"/>
            <ac:spMkLst>
              <pc:docMk/>
              <pc:sldMasterMk cId="2794186565" sldId="2147483648"/>
              <pc:sldLayoutMk cId="3691867848" sldId="2147483688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30.629" v="34" actId="478"/>
            <ac:spMkLst>
              <pc:docMk/>
              <pc:sldMasterMk cId="2794186565" sldId="2147483648"/>
              <pc:sldLayoutMk cId="3691867848" sldId="2147483688"/>
              <ac:spMk id="4" creationId="{00000000-0000-0000-0000-000000000000}"/>
            </ac:spMkLst>
          </pc:spChg>
        </pc:sldLayoutChg>
        <pc:sldLayoutChg chg="delSp modSp add mod modTransition">
          <pc:chgData name="Balogh András" userId="f5d0a104-4f34-4273-8130-e237954587a6" providerId="ADAL" clId="{8405B9B6-F993-4F6A-92B0-B9D67CD73FBF}" dt="2024-01-26T08:44:54.507" v="40" actId="478"/>
          <pc:sldLayoutMkLst>
            <pc:docMk/>
            <pc:sldMasterMk cId="2794186565" sldId="2147483648"/>
            <pc:sldLayoutMk cId="3194594029" sldId="2147483689"/>
          </pc:sldLayoutMkLst>
          <pc:spChg chg="del">
            <ac:chgData name="Balogh András" userId="f5d0a104-4f34-4273-8130-e237954587a6" providerId="ADAL" clId="{8405B9B6-F993-4F6A-92B0-B9D67CD73FBF}" dt="2024-01-26T08:44:52.311" v="39" actId="478"/>
            <ac:spMkLst>
              <pc:docMk/>
              <pc:sldMasterMk cId="2794186565" sldId="2147483648"/>
              <pc:sldLayoutMk cId="3194594029" sldId="2147483689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49.819" v="38" actId="478"/>
            <ac:spMkLst>
              <pc:docMk/>
              <pc:sldMasterMk cId="2794186565" sldId="2147483648"/>
              <pc:sldLayoutMk cId="3194594029" sldId="2147483689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54.507" v="40" actId="478"/>
            <ac:spMkLst>
              <pc:docMk/>
              <pc:sldMasterMk cId="2794186565" sldId="2147483648"/>
              <pc:sldLayoutMk cId="3194594029" sldId="2147483689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4:47.877" v="37" actId="34135"/>
            <ac:picMkLst>
              <pc:docMk/>
              <pc:sldMasterMk cId="2794186565" sldId="2147483648"/>
              <pc:sldLayoutMk cId="3194594029" sldId="2147483689"/>
              <ac:picMk id="10" creationId="{8AFB683E-548A-703E-0F67-4AD8F8494349}"/>
            </ac:picMkLst>
          </pc:picChg>
        </pc:sldLayoutChg>
        <pc:sldLayoutChg chg="delSp modSp add mod modTransition">
          <pc:chgData name="Balogh András" userId="f5d0a104-4f34-4273-8130-e237954587a6" providerId="ADAL" clId="{8405B9B6-F993-4F6A-92B0-B9D67CD73FBF}" dt="2024-01-26T08:45:16.343" v="45" actId="478"/>
          <pc:sldLayoutMkLst>
            <pc:docMk/>
            <pc:sldMasterMk cId="2794186565" sldId="2147483648"/>
            <pc:sldLayoutMk cId="900216615" sldId="2147483690"/>
          </pc:sldLayoutMkLst>
          <pc:spChg chg="del">
            <ac:chgData name="Balogh András" userId="f5d0a104-4f34-4273-8130-e237954587a6" providerId="ADAL" clId="{8405B9B6-F993-4F6A-92B0-B9D67CD73FBF}" dt="2024-01-26T08:45:14.878" v="44" actId="478"/>
            <ac:spMkLst>
              <pc:docMk/>
              <pc:sldMasterMk cId="2794186565" sldId="2147483648"/>
              <pc:sldLayoutMk cId="900216615" sldId="2147483690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5:13.424" v="43" actId="478"/>
            <ac:spMkLst>
              <pc:docMk/>
              <pc:sldMasterMk cId="2794186565" sldId="2147483648"/>
              <pc:sldLayoutMk cId="900216615" sldId="2147483690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5:16.343" v="45" actId="478"/>
            <ac:spMkLst>
              <pc:docMk/>
              <pc:sldMasterMk cId="2794186565" sldId="2147483648"/>
              <pc:sldLayoutMk cId="900216615" sldId="2147483690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5:09.174" v="42" actId="34135"/>
            <ac:picMkLst>
              <pc:docMk/>
              <pc:sldMasterMk cId="2794186565" sldId="2147483648"/>
              <pc:sldLayoutMk cId="900216615" sldId="2147483690"/>
              <ac:picMk id="9" creationId="{5AEEE17A-64F0-BBA7-3533-1A87E53B475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631CF-AA47-40EE-A679-9EC05043EF12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28D09-6C15-40FE-B399-0368C10491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16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85780"/>
                </a:solidFill>
                <a:latin typeface="Raleway Black" pitchFamily="2" charset="-18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latin typeface="IBM Plex Serif SemiBold" panose="02060703050406000203" pitchFamily="18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A518726E-2CA1-18BF-0E9A-5FCF43A7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C6495332-69EB-4081-9EA2-FF83DAB91B91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6885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85780"/>
                </a:solidFill>
                <a:latin typeface="Raleway Black" pitchFamily="2" charset="-18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latin typeface="IBM Plex Serif SemiBold" panose="02060703050406000203" pitchFamily="18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692D692B-920E-4BAA-B8EB-FB366EFA87EB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7811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E11BC61E-631F-4E4A-854E-DCB672D1E6CA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372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 - hulla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A7E6E5B5-7703-59F9-F0FD-248807DD29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11" name="Dátum helye 4">
            <a:extLst>
              <a:ext uri="{FF2B5EF4-FFF2-40B4-BE49-F238E27FC236}">
                <a16:creationId xmlns:a16="http://schemas.microsoft.com/office/drawing/2014/main" id="{56B4A621-623D-B616-489F-54C042D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2746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FEE88E3F-BA69-4431-8750-A6011A6A121A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54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 és tartalom - hulla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A7E6E5B5-7703-59F9-F0FD-248807DD29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11" name="Dátum helye 4">
            <a:extLst>
              <a:ext uri="{FF2B5EF4-FFF2-40B4-BE49-F238E27FC236}">
                <a16:creationId xmlns:a16="http://schemas.microsoft.com/office/drawing/2014/main" id="{56B4A621-623D-B616-489F-54C042D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2746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A99CC5CB-C1FF-434B-B3EE-BE1DC9F96DB3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682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képernyőkép látható&#10;&#10;Automatikusan generált leírás">
            <a:extLst>
              <a:ext uri="{FF2B5EF4-FFF2-40B4-BE49-F238E27FC236}">
                <a16:creationId xmlns:a16="http://schemas.microsoft.com/office/drawing/2014/main" id="{ED1B58DE-4290-679F-D159-1060651F2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  <a:p>
            <a:endParaRPr lang="hu-HU" dirty="0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C273A9AC-0160-9BB6-F89E-8561E20B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4651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ED5A228E-143E-4817-94AA-16065E84D3DA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782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képernyőkép látható&#10;&#10;Automatikusan generált leírás">
            <a:extLst>
              <a:ext uri="{FF2B5EF4-FFF2-40B4-BE49-F238E27FC236}">
                <a16:creationId xmlns:a16="http://schemas.microsoft.com/office/drawing/2014/main" id="{ED1B58DE-4290-679F-D159-1060651F2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C273A9AC-0160-9BB6-F89E-8561E20B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4651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0FCB78C3-F258-4B9E-ADC9-4F2C8947AF97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68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4853DBD-BC1F-48C4-B008-879807035AD9}" type="datetime1">
              <a:rPr lang="hu-HU" smtClean="0"/>
              <a:t>2026. 10. 08.</a:t>
            </a:fld>
            <a:endParaRPr lang="hu-HU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4FB32C50-2964-0A34-1D89-AF390C32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02F941B5-87EC-82E2-3968-A9617F4C2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</p:spTree>
    <p:extLst>
      <p:ext uri="{BB962C8B-B14F-4D97-AF65-F5344CB8AC3E}">
        <p14:creationId xmlns:p14="http://schemas.microsoft.com/office/powerpoint/2010/main" val="307854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F41CE09-47A9-4A51-B5A7-0FEFE50F2B4C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878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021E175C-627E-41E5-81BD-AF9529B6525C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556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B93A6C44-535C-0FB4-2F1F-9DA7923AB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baseline="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8FA40FA2-2A9E-4A14-BA73-8574335B687B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20969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B93A6C44-535C-0FB4-2F1F-9DA7923AB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D6F4104B-9484-49C4-8126-2610D33400EE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9186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EF1DA6B-6C5A-423E-AFFF-06E845A914F6}" type="datetime1">
              <a:rPr lang="hu-HU" smtClean="0"/>
              <a:t>2026. 10. 08.</a:t>
            </a:fld>
            <a:endParaRPr lang="hu-HU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761C690E-3DB7-6013-6E73-D44D6482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baseline="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8" name="Kép helye 2">
            <a:extLst>
              <a:ext uri="{FF2B5EF4-FFF2-40B4-BE49-F238E27FC236}">
                <a16:creationId xmlns:a16="http://schemas.microsoft.com/office/drawing/2014/main" id="{9B442496-1368-49B9-EE63-1E3210CE0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666AA8DF-A7A4-D4DA-671D-9B5BAF551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baseline="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362776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AFB683E-548A-703E-0F67-4AD8F8494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6920"/>
            <a:ext cx="12192000" cy="6858000"/>
          </a:xfrm>
          <a:prstGeom prst="rect">
            <a:avLst/>
          </a:prstGeom>
        </p:spPr>
      </p:pic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39788" y="99536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49296" y="27094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49296" y="21590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08EEA960-5515-4DE9-95A2-0492E8ED7E79}" type="datetime1">
              <a:rPr lang="hu-HU" smtClean="0"/>
              <a:t>2026. 10. 08.</a:t>
            </a:fld>
            <a:endParaRPr lang="hu-HU" dirty="0"/>
          </a:p>
        </p:txBody>
      </p:sp>
      <p:pic>
        <p:nvPicPr>
          <p:cNvPr id="13" name="Kép 12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2FFEB27-721B-9EE0-1FAD-607F135BEB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AFB683E-548A-703E-0F67-4AD8F84943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6920"/>
            <a:ext cx="12192000" cy="6858000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98595A79-1E1D-43D7-B5E5-C9BFF73D63B1}" type="datetime1">
              <a:rPr lang="hu-HU" smtClean="0"/>
              <a:t>2026. 10. 08.</a:t>
            </a:fld>
            <a:endParaRPr lang="hu-HU" dirty="0"/>
          </a:p>
        </p:txBody>
      </p:sp>
      <p:pic>
        <p:nvPicPr>
          <p:cNvPr id="13" name="Kép 12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2FFEB27-721B-9EE0-1FAD-607F135BEB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94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Acélkék, kék, képernyőkép, zászló látható&#10;&#10;Automatikusan generált leírás">
            <a:extLst>
              <a:ext uri="{FF2B5EF4-FFF2-40B4-BE49-F238E27FC236}">
                <a16:creationId xmlns:a16="http://schemas.microsoft.com/office/drawing/2014/main" id="{5AEEE17A-64F0-BBA7-3533-1A87E53B47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39788" y="99536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35875" y="2794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49296" y="21590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35AE0E69-777F-48E9-8219-1EA390F4CF79}" type="datetime1">
              <a:rPr lang="hu-HU" smtClean="0"/>
              <a:t>2026. 10. 08.</a:t>
            </a:fld>
            <a:endParaRPr lang="hu-HU" dirty="0"/>
          </a:p>
        </p:txBody>
      </p:sp>
      <p:pic>
        <p:nvPicPr>
          <p:cNvPr id="11" name="Kép 10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D5ED1980-BC28-90CA-17CF-0648199A5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8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Acélkék, kék, képernyőkép, zászló látható&#10;&#10;Automatikusan generált leírás">
            <a:extLst>
              <a:ext uri="{FF2B5EF4-FFF2-40B4-BE49-F238E27FC236}">
                <a16:creationId xmlns:a16="http://schemas.microsoft.com/office/drawing/2014/main" id="{5AEEE17A-64F0-BBA7-3533-1A87E53B47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A212F3CA-4457-4D6C-9C92-1D64684ACCD2}" type="datetime1">
              <a:rPr lang="hu-HU" smtClean="0"/>
              <a:t>2026. 10. 08.</a:t>
            </a:fld>
            <a:endParaRPr lang="hu-HU" dirty="0"/>
          </a:p>
        </p:txBody>
      </p:sp>
      <p:pic>
        <p:nvPicPr>
          <p:cNvPr id="11" name="Kép 10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D5ED1980-BC28-90CA-17CF-0648199A5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16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99009" y="187325"/>
            <a:ext cx="4854791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624682" y="987425"/>
            <a:ext cx="524964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499009" y="2049462"/>
            <a:ext cx="4854791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8B1640E2-3766-430A-8C56-778804AA22B8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17599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8647B102-9257-E8ED-1781-D08D545CE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99009" y="187325"/>
            <a:ext cx="4854791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624682" y="987425"/>
            <a:ext cx="524964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499009" y="2049462"/>
            <a:ext cx="4854791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68E38975-52D7-4388-B029-E2A011FCED36}" type="datetime1">
              <a:rPr lang="hu-HU" smtClean="0"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2109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EABC0-2457-479D-B6E0-B17F1A2A587E}" type="datetime1">
              <a:rPr lang="hu-HU" smtClean="0"/>
              <a:t>2026. 10. 08.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6620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E1FE2-4971-4EBF-8117-CCFBC5B6EE7B}" type="datetime1">
              <a:rPr lang="hu-HU" smtClean="0"/>
              <a:t>2026. 10. 08.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2812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C8ED-810F-46B3-96C0-A535418D6ECB}" type="datetime1">
              <a:rPr lang="hu-HU" smtClean="0"/>
              <a:t>2026. 10. 08.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7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D19D-F1A2-4099-8AA6-ADABFD329E5F}" type="datetime1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25514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0A483-0536-49ED-AC3C-52658DB59129}" type="datetime1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879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129CB-949B-4F62-B6B6-9351C5B92E8E}" type="datetime1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27941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49" r:id="rId2"/>
    <p:sldLayoutId id="2147483685" r:id="rId3"/>
    <p:sldLayoutId id="2147483650" r:id="rId4"/>
    <p:sldLayoutId id="2147483684" r:id="rId5"/>
    <p:sldLayoutId id="2147483675" r:id="rId6"/>
    <p:sldLayoutId id="2147483686" r:id="rId7"/>
    <p:sldLayoutId id="2147483682" r:id="rId8"/>
    <p:sldLayoutId id="2147483657" r:id="rId9"/>
    <p:sldLayoutId id="2147483687" r:id="rId10"/>
    <p:sldLayoutId id="2147483673" r:id="rId11"/>
    <p:sldLayoutId id="2147483688" r:id="rId12"/>
    <p:sldLayoutId id="2147483683" r:id="rId13"/>
    <p:sldLayoutId id="2147483678" r:id="rId14"/>
    <p:sldLayoutId id="2147483689" r:id="rId15"/>
    <p:sldLayoutId id="2147483679" r:id="rId16"/>
    <p:sldLayoutId id="2147483690" r:id="rId17"/>
    <p:sldLayoutId id="2147483680" r:id="rId18"/>
    <p:sldLayoutId id="2147483681" r:id="rId19"/>
    <p:sldLayoutId id="2147483652" r:id="rId20"/>
    <p:sldLayoutId id="2147483654" r:id="rId21"/>
    <p:sldLayoutId id="2147483655" r:id="rId22"/>
    <p:sldLayoutId id="2147483658" r:id="rId23"/>
    <p:sldLayoutId id="2147483659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hu-HU" sz="4400" kern="1200" dirty="0">
          <a:solidFill>
            <a:srgbClr val="285780"/>
          </a:solidFill>
          <a:latin typeface="Raleway Black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70050" y="2062955"/>
            <a:ext cx="9144000" cy="976313"/>
          </a:xfrm>
        </p:spPr>
        <p:txBody>
          <a:bodyPr wrap="square">
            <a:noAutofit/>
          </a:bodyPr>
          <a:lstStyle/>
          <a:p>
            <a:pPr algn="ctr"/>
            <a:r>
              <a:rPr sz="3000" b="1" dirty="0"/>
              <a:t>Asztali futáralkalmazás</a:t>
            </a:r>
            <a:br>
              <a:rPr dirty="0"/>
            </a:br>
            <a:r>
              <a:rPr sz="3000" b="1" dirty="0"/>
              <a:t>tervezése és megvalósítása</a:t>
            </a:r>
            <a:endParaRPr lang="hu-HU" sz="4800" dirty="0">
              <a:solidFill>
                <a:srgbClr val="285780"/>
              </a:solidFill>
              <a:latin typeface="Raleway Black" pitchFamily="2" charset="-18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3048000" y="5594350"/>
            <a:ext cx="9144000" cy="1263650"/>
          </a:xfrm>
        </p:spPr>
        <p:txBody>
          <a:bodyPr wrap="square">
            <a:normAutofit/>
          </a:bodyPr>
          <a:lstStyle/>
          <a:p>
            <a:pPr algn="ctr"/>
            <a:r>
              <a:rPr sz="1600" b="0" dirty="0" err="1"/>
              <a:t>Pannon</a:t>
            </a:r>
            <a:r>
              <a:rPr sz="1600" b="0" dirty="0"/>
              <a:t> </a:t>
            </a:r>
            <a:r>
              <a:rPr sz="1600" b="0" dirty="0" err="1"/>
              <a:t>Egyetem</a:t>
            </a:r>
            <a:r>
              <a:rPr sz="1600" b="0" dirty="0"/>
              <a:t>, </a:t>
            </a:r>
            <a:r>
              <a:rPr sz="1600" b="0" dirty="0" err="1"/>
              <a:t>Veszprém</a:t>
            </a:r>
            <a:br>
              <a:rPr dirty="0"/>
            </a:br>
            <a:r>
              <a:rPr sz="1600" b="0" dirty="0" err="1"/>
              <a:t>Mérnökinformatika</a:t>
            </a:r>
            <a:r>
              <a:rPr sz="1600" b="0" dirty="0"/>
              <a:t> BSc. • </a:t>
            </a:r>
            <a:r>
              <a:rPr sz="1600" b="0" dirty="0" err="1"/>
              <a:t>Projektlabor</a:t>
            </a:r>
            <a:r>
              <a:rPr sz="1600" b="0" dirty="0"/>
              <a:t> 1.</a:t>
            </a:r>
            <a:br>
              <a:rPr dirty="0"/>
            </a:br>
            <a:r>
              <a:rPr sz="1600" b="0" dirty="0" err="1"/>
              <a:t>Oktató</a:t>
            </a:r>
            <a:r>
              <a:rPr sz="1600" b="0" dirty="0"/>
              <a:t>: Tóth Bálint</a:t>
            </a:r>
            <a:br>
              <a:rPr dirty="0"/>
            </a:br>
            <a:r>
              <a:rPr sz="1600" b="0" dirty="0"/>
              <a:t>Süli Tamás Bence • </a:t>
            </a:r>
            <a:r>
              <a:rPr sz="1600" b="0" dirty="0" err="1"/>
              <a:t>Vasmatics</a:t>
            </a:r>
            <a:r>
              <a:rPr sz="1600" b="0" dirty="0"/>
              <a:t> Soma • Patkós Boglárka</a:t>
            </a:r>
            <a:br>
              <a:rPr dirty="0"/>
            </a:br>
            <a:r>
              <a:rPr sz="1600" b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92444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 wrap="square"/>
          <a:lstStyle/>
          <a:p>
            <a:r>
              <a:rPr sz="2800" b="1" dirty="0"/>
              <a:t>Feladat célja</a:t>
            </a:r>
            <a:endParaRPr lang="hu-HU" dirty="0">
              <a:solidFill>
                <a:schemeClr val="bg1"/>
              </a:solidFill>
              <a:latin typeface="Raleway Black" pitchFamily="2" charset="-18"/>
            </a:endParaRP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BDB776E-94B1-B9E2-3BFD-3F86AF2EA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988" y="1035050"/>
            <a:ext cx="3932237" cy="461645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800" dirty="0"/>
              <a:t>Regionális futárcég csomagkezelő és logisztikai rendszerének megvalósítása.</a:t>
            </a:r>
          </a:p>
          <a:p>
            <a:pPr>
              <a:spcAft>
                <a:spcPts val="800"/>
              </a:spcAft>
            </a:pPr>
            <a:r>
              <a:rPr sz="1800" dirty="0"/>
              <a:t>A teljes folyamat lefedése: előjegyzés → felvétel → raktár → kiszállítás → kézbesítés.</a:t>
            </a:r>
          </a:p>
          <a:p>
            <a:pPr>
              <a:spcAft>
                <a:spcPts val="800"/>
              </a:spcAft>
            </a:pPr>
            <a:r>
              <a:rPr sz="1800" dirty="0"/>
              <a:t>Natív asztali GUI, különálló adatbázis és szerver–kliens kommunikáció.</a:t>
            </a:r>
          </a:p>
          <a:p>
            <a:pPr>
              <a:spcAft>
                <a:spcPts val="800"/>
              </a:spcAft>
            </a:pPr>
            <a:r>
              <a:rPr sz="1800" dirty="0"/>
              <a:t>Szerepkör-alapú hozzáférés (RBAC) a vendégtől az adminisztrátorig.</a:t>
            </a:r>
          </a:p>
          <a:p>
            <a:pPr>
              <a:spcAft>
                <a:spcPts val="800"/>
              </a:spcAft>
            </a:pPr>
            <a:r>
              <a:rPr sz="1800" dirty="0"/>
              <a:t>Plusz funkció: SMS/e-mail értesítések a csomag aktuális állapotáról</a:t>
            </a: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48525E49-CBCE-5C44-F43E-ADFCDD57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360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dirty="0"/>
              <a:t>Rendszerarchitektúra és technológiai stack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5285837-6801-163D-5FC1-ED7617455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 lnSpcReduction="10000"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Frontend / kliens: Python + </a:t>
            </a:r>
            <a:r>
              <a:rPr sz="1600" dirty="0" err="1"/>
              <a:t>CustomTkinter</a:t>
            </a: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hu-HU" dirty="0"/>
              <a:t>Backend: </a:t>
            </a:r>
            <a:r>
              <a:rPr lang="hu-HU" dirty="0" err="1"/>
              <a:t>FastAPI</a:t>
            </a:r>
            <a:r>
              <a:rPr lang="hu-HU" dirty="0"/>
              <a:t> + </a:t>
            </a:r>
            <a:r>
              <a:rPr lang="hu-HU" dirty="0" err="1"/>
              <a:t>Pydantic</a:t>
            </a:r>
            <a:r>
              <a:rPr lang="hu-HU" dirty="0"/>
              <a:t> + </a:t>
            </a:r>
            <a:r>
              <a:rPr lang="hu-HU" dirty="0" err="1"/>
              <a:t>SQLAlchemy</a:t>
            </a:r>
            <a:r>
              <a:rPr lang="hu-HU" dirty="0"/>
              <a:t> ORM – Docker konténerben</a:t>
            </a: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Adatbázis: PostgreSQL Docker konténerben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Migrációk: Alembic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ASGI szerver: Uvicorn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Kommunikáció: REST API / JSON / HTTP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hu-HU" dirty="0"/>
              <a:t>3 rétegű architektúra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07CB8-4E2D-3B0D-FA94-8DBD35C21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3100" y="1199095"/>
            <a:ext cx="7990494" cy="4459810"/>
          </a:xfrm>
          <a:prstGeom prst="rect">
            <a:avLst/>
          </a:prstGeom>
        </p:spPr>
      </p:pic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74ADA586-3EC6-2A4A-EB79-8B061319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02639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>
          <a:xfrm>
            <a:off x="6499009" y="1238249"/>
            <a:ext cx="4854791" cy="549275"/>
          </a:xfrm>
        </p:spPr>
        <p:txBody>
          <a:bodyPr wrap="square"/>
          <a:lstStyle/>
          <a:p>
            <a:r>
              <a:rPr sz="2700" b="1" dirty="0"/>
              <a:t>Szerepkörök és fő funkciók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660" y="1838960"/>
            <a:ext cx="353949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FFFFFF"/>
                </a:solidFill>
              </a:rPr>
              <a:t>Vendég: </a:t>
            </a:r>
            <a:r>
              <a:rPr sz="1500" dirty="0" err="1">
                <a:solidFill>
                  <a:srgbClr val="FFFFFF"/>
                </a:solidFill>
              </a:rPr>
              <a:t>előjegyzés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feladás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nyomon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követés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azonosítóval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Regisztrált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saját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csomagok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előzmények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módosítás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felvétel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előtt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Futár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felvétel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kiszállítás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állapotváltás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napi</a:t>
            </a:r>
            <a:r>
              <a:rPr sz="1500" dirty="0">
                <a:solidFill>
                  <a:srgbClr val="FFFFFF"/>
                </a:solidFill>
              </a:rPr>
              <a:t>/</a:t>
            </a:r>
            <a:r>
              <a:rPr sz="1500" dirty="0" err="1">
                <a:solidFill>
                  <a:srgbClr val="FFFFFF"/>
                </a:solidFill>
              </a:rPr>
              <a:t>heti</a:t>
            </a:r>
            <a:r>
              <a:rPr sz="1500" dirty="0">
                <a:solidFill>
                  <a:srgbClr val="FFFFFF"/>
                </a:solidFill>
              </a:rPr>
              <a:t>/</a:t>
            </a:r>
            <a:r>
              <a:rPr sz="1500" dirty="0" err="1">
                <a:solidFill>
                  <a:srgbClr val="FFFFFF"/>
                </a:solidFill>
              </a:rPr>
              <a:t>havi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statisztika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Logisztikus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raktári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csomagok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kezelése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futárhoz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rendelés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FFFFFF"/>
                </a:solidFill>
              </a:rPr>
              <a:t>Admin: </a:t>
            </a:r>
            <a:r>
              <a:rPr sz="1500" dirty="0" err="1">
                <a:solidFill>
                  <a:srgbClr val="FFFFFF"/>
                </a:solidFill>
              </a:rPr>
              <a:t>teljes</a:t>
            </a:r>
            <a:r>
              <a:rPr sz="1500" dirty="0">
                <a:solidFill>
                  <a:srgbClr val="FFFFFF"/>
                </a:solidFill>
              </a:rPr>
              <a:t> CRUD, </a:t>
            </a:r>
            <a:r>
              <a:rPr sz="1500" dirty="0" err="1">
                <a:solidFill>
                  <a:srgbClr val="FFFFFF"/>
                </a:solidFill>
              </a:rPr>
              <a:t>hozzárendelések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és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rendszerstatisztikák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4249" y="1838960"/>
            <a:ext cx="4636351" cy="148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dirty="0"/>
              <a:t>Fontos </a:t>
            </a:r>
            <a:r>
              <a:rPr sz="1500" dirty="0" err="1"/>
              <a:t>üzleti</a:t>
            </a:r>
            <a:r>
              <a:rPr sz="1500" dirty="0"/>
              <a:t> </a:t>
            </a:r>
            <a:r>
              <a:rPr sz="1500" dirty="0" err="1"/>
              <a:t>szabályok</a:t>
            </a:r>
            <a:endParaRPr sz="1500" dirty="0"/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A </a:t>
            </a:r>
            <a:r>
              <a:rPr sz="1300" dirty="0" err="1"/>
              <a:t>csomag</a:t>
            </a:r>
            <a:r>
              <a:rPr sz="1300" dirty="0"/>
              <a:t> a </a:t>
            </a:r>
            <a:r>
              <a:rPr sz="1300" dirty="0" err="1"/>
              <a:t>felvétel</a:t>
            </a:r>
            <a:r>
              <a:rPr sz="1300" dirty="0"/>
              <a:t> </a:t>
            </a:r>
            <a:r>
              <a:rPr sz="1300" dirty="0" err="1"/>
              <a:t>előtti</a:t>
            </a:r>
            <a:r>
              <a:rPr sz="1300" dirty="0"/>
              <a:t> </a:t>
            </a:r>
            <a:r>
              <a:rPr sz="1300" dirty="0" err="1"/>
              <a:t>naptári</a:t>
            </a:r>
            <a:r>
              <a:rPr sz="1300" dirty="0"/>
              <a:t> </a:t>
            </a:r>
            <a:r>
              <a:rPr sz="1300" dirty="0" err="1"/>
              <a:t>napig</a:t>
            </a:r>
            <a:r>
              <a:rPr sz="1300" dirty="0"/>
              <a:t> </a:t>
            </a:r>
            <a:r>
              <a:rPr sz="1300" dirty="0" err="1"/>
              <a:t>módosítható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 err="1"/>
              <a:t>Elindított</a:t>
            </a:r>
            <a:r>
              <a:rPr sz="1300" dirty="0"/>
              <a:t> </a:t>
            </a:r>
            <a:r>
              <a:rPr sz="1300" dirty="0" err="1"/>
              <a:t>futár-hozzárendelés</a:t>
            </a:r>
            <a:r>
              <a:rPr sz="1300" dirty="0"/>
              <a:t> </a:t>
            </a:r>
            <a:r>
              <a:rPr sz="1300" dirty="0" err="1"/>
              <a:t>már</a:t>
            </a:r>
            <a:r>
              <a:rPr sz="1300" dirty="0"/>
              <a:t> nem </a:t>
            </a:r>
            <a:r>
              <a:rPr sz="1300" dirty="0" err="1"/>
              <a:t>módosítható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Egy </a:t>
            </a:r>
            <a:r>
              <a:rPr sz="1300" dirty="0" err="1"/>
              <a:t>futár</a:t>
            </a:r>
            <a:r>
              <a:rPr sz="1300" dirty="0"/>
              <a:t> </a:t>
            </a:r>
            <a:r>
              <a:rPr sz="1300" dirty="0" err="1"/>
              <a:t>egyszerre</a:t>
            </a:r>
            <a:r>
              <a:rPr sz="1300" dirty="0"/>
              <a:t> </a:t>
            </a:r>
            <a:r>
              <a:rPr sz="1300" dirty="0" err="1"/>
              <a:t>több</a:t>
            </a:r>
            <a:r>
              <a:rPr sz="1300" dirty="0"/>
              <a:t> </a:t>
            </a:r>
            <a:r>
              <a:rPr sz="1300" dirty="0" err="1"/>
              <a:t>csomagot</a:t>
            </a:r>
            <a:r>
              <a:rPr sz="1300" dirty="0"/>
              <a:t> </a:t>
            </a:r>
            <a:r>
              <a:rPr sz="1300" dirty="0" err="1"/>
              <a:t>kezelhet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Minden </a:t>
            </a:r>
            <a:r>
              <a:rPr sz="1300" dirty="0" err="1"/>
              <a:t>státuszváltozás</a:t>
            </a:r>
            <a:r>
              <a:rPr sz="1300" dirty="0"/>
              <a:t> </a:t>
            </a:r>
            <a:r>
              <a:rPr sz="1300" dirty="0" err="1"/>
              <a:t>naplózódik</a:t>
            </a:r>
            <a:r>
              <a:rPr sz="1300" dirty="0"/>
              <a:t>.</a:t>
            </a: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90C5B4D7-A324-D6E4-933A-A985A71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1919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48150" cy="1325563"/>
          </a:xfrm>
        </p:spPr>
        <p:txBody>
          <a:bodyPr wrap="square"/>
          <a:lstStyle/>
          <a:p>
            <a:r>
              <a:rPr sz="2700" b="1" dirty="0"/>
              <a:t>Adatbázis architektúra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8EA0D-700B-E76D-D6DF-DC13E922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617"/>
            <a:ext cx="12192000" cy="4866765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D99C7008-B70F-377A-F7A6-C04AA294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7150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E74C5B8D-A284-16AF-EE65-8C865C96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 b="1"/>
              <a:t>Fő adatbázis-entitások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11482"/>
              </p:ext>
            </p:extLst>
          </p:nvPr>
        </p:nvGraphicFramePr>
        <p:xfrm>
          <a:off x="1066800" y="1690688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Entitás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Szerepe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Kiemelt adatok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felhasználók és szerepkörök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id, név, e-mail, jelszó hash,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központi csomagadat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tracking ID, címek, méret, súly, státusz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Package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audit / státusztörténet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csomag, időpont, státusz, végrehajtó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Couriers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futáradatok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elérhetőség, kapacitás, rendszám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címzettek / kapcsolattartók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név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cím</a:t>
                      </a:r>
                      <a:r>
                        <a:rPr sz="1100" dirty="0"/>
                        <a:t>, e-mail, </a:t>
                      </a:r>
                      <a:r>
                        <a:rPr sz="1100" dirty="0" err="1"/>
                        <a:t>telefon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E2F7A616-4772-65F0-AA4D-A0F6AFCD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431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127DC2-6197-9F67-9F2A-9209D0C5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30550" cy="1325563"/>
          </a:xfrm>
        </p:spPr>
        <p:txBody>
          <a:bodyPr wrap="square"/>
          <a:lstStyle/>
          <a:p>
            <a:r>
              <a:rPr sz="2700" b="1" dirty="0"/>
              <a:t>Csomag életútja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Előjegyezve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0370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Felvételre</a:t>
            </a:r>
            <a:br>
              <a:rPr dirty="0"/>
            </a:br>
            <a:r>
              <a:rPr sz="1300" b="1" dirty="0" err="1">
                <a:solidFill>
                  <a:srgbClr val="FFFFFF"/>
                </a:solidFill>
              </a:rPr>
              <a:t>kijelölve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07822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5196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Futárnál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274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Raktárban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82726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Kiszállítás</a:t>
            </a:r>
            <a:br>
              <a:rPr dirty="0"/>
            </a:br>
            <a:r>
              <a:rPr sz="1300" b="1" dirty="0" err="1">
                <a:solidFill>
                  <a:srgbClr val="FFFFFF"/>
                </a:solidFill>
              </a:rPr>
              <a:t>alatt</a:t>
            </a:r>
            <a:r>
              <a:rPr lang="hu-HU" sz="1300" b="1" dirty="0">
                <a:solidFill>
                  <a:srgbClr val="FFFFFF"/>
                </a:solidFill>
              </a:rPr>
              <a:t> (futár)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70178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75520" y="2331720"/>
            <a:ext cx="1691640" cy="914400"/>
          </a:xfrm>
          <a:prstGeom prst="rect">
            <a:avLst/>
          </a:prstGeom>
          <a:solidFill>
            <a:srgbClr val="00B0B9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Kézbesítve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50576"/>
            <a:ext cx="673989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hu-HU" sz="1600" dirty="0"/>
              <a:t>S</a:t>
            </a:r>
            <a:r>
              <a:rPr sz="1600" dirty="0" err="1"/>
              <a:t>ikertelen</a:t>
            </a:r>
            <a:r>
              <a:rPr sz="1600" dirty="0"/>
              <a:t> </a:t>
            </a:r>
            <a:r>
              <a:rPr sz="1600" dirty="0" err="1"/>
              <a:t>kézbesítés</a:t>
            </a:r>
            <a:r>
              <a:rPr sz="1600" dirty="0"/>
              <a:t> → </a:t>
            </a:r>
            <a:r>
              <a:rPr sz="1600" dirty="0" err="1"/>
              <a:t>visszaküldés</a:t>
            </a:r>
            <a:r>
              <a:rPr sz="1600" dirty="0"/>
              <a:t> / </a:t>
            </a:r>
            <a:r>
              <a:rPr sz="1600" dirty="0" err="1"/>
              <a:t>törlés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</a:pPr>
            <a:r>
              <a:rPr sz="1600" dirty="0"/>
              <a:t>Minden </a:t>
            </a:r>
            <a:r>
              <a:rPr sz="1600" dirty="0" err="1"/>
              <a:t>státuszváltozás</a:t>
            </a:r>
            <a:r>
              <a:rPr sz="1600" dirty="0"/>
              <a:t> </a:t>
            </a:r>
            <a:r>
              <a:rPr sz="1600" dirty="0" err="1"/>
              <a:t>Package_events</a:t>
            </a:r>
            <a:r>
              <a:rPr sz="1600" dirty="0"/>
              <a:t> / </a:t>
            </a:r>
            <a:r>
              <a:rPr sz="1600" dirty="0" err="1"/>
              <a:t>eseménynapló</a:t>
            </a:r>
            <a:r>
              <a:rPr sz="1600" dirty="0"/>
              <a:t> </a:t>
            </a:r>
            <a:r>
              <a:rPr sz="1600" dirty="0" err="1"/>
              <a:t>rekordot</a:t>
            </a:r>
            <a:r>
              <a:rPr sz="1600" dirty="0"/>
              <a:t> </a:t>
            </a:r>
            <a:r>
              <a:rPr sz="1600" dirty="0" err="1"/>
              <a:t>hoz</a:t>
            </a:r>
            <a:r>
              <a:rPr sz="1600" dirty="0"/>
              <a:t> </a:t>
            </a:r>
            <a:r>
              <a:rPr sz="1600" dirty="0" err="1"/>
              <a:t>létre</a:t>
            </a:r>
            <a:r>
              <a:rPr sz="1600" dirty="0"/>
              <a:t>.</a:t>
            </a:r>
          </a:p>
        </p:txBody>
      </p:sp>
      <p:sp>
        <p:nvSpPr>
          <p:cNvPr id="15" name="Dia számának helye 14">
            <a:extLst>
              <a:ext uri="{FF2B5EF4-FFF2-40B4-BE49-F238E27FC236}">
                <a16:creationId xmlns:a16="http://schemas.microsoft.com/office/drawing/2014/main" id="{BAA83DCA-A3B6-4B43-773A-E9995F37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6112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59F5-FF41-B986-5832-E11F2CAF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 b="1" dirty="0"/>
              <a:t>Plusz funkcionalitás – SMS / e-mail értesítések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1C8D-E379-9A55-4B9F-DF68AE9F3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217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A fontosabb csomagállapot-változásokról értesítjük a feladót és a címzettet.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Értesítések: felvéve, raktárba érkezett, kiszállítás alatt, kézbesítve.</a:t>
            </a:r>
          </a:p>
          <a:p>
            <a:pPr>
              <a:spcAft>
                <a:spcPts val="700"/>
              </a:spcAft>
            </a:pPr>
            <a:r>
              <a:rPr sz="1700" dirty="0"/>
              <a:t>Az értesítési logika a backend rétegéhez kapcsolódik.</a:t>
            </a:r>
          </a:p>
          <a:p>
            <a:pPr>
              <a:spcAft>
                <a:spcPts val="700"/>
              </a:spcAft>
            </a:pPr>
            <a:r>
              <a:rPr sz="1700" dirty="0"/>
              <a:t>A külső szolgáltatás teszteléskor </a:t>
            </a:r>
            <a:r>
              <a:rPr sz="1700" dirty="0" err="1"/>
              <a:t>mockolható</a:t>
            </a:r>
            <a:r>
              <a:rPr sz="1700" dirty="0"/>
              <a:t>. (ál objektummal tesztelhető)</a:t>
            </a:r>
          </a:p>
          <a:p>
            <a:pPr>
              <a:spcAft>
                <a:spcPts val="700"/>
              </a:spcAft>
            </a:pPr>
            <a:r>
              <a:rPr sz="1700" dirty="0"/>
              <a:t>További tervezett biztonsági kiegészítés: véletlenszerű PIN-kód a kézbesítés megerősítésére.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C8C2F67-6F43-AD9C-6882-8B570464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62760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B412-BB0F-BF6E-1C25-71B92686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27550" cy="1325563"/>
          </a:xfrm>
        </p:spPr>
        <p:txBody>
          <a:bodyPr wrap="square"/>
          <a:lstStyle/>
          <a:p>
            <a:r>
              <a:rPr sz="2700" b="1" dirty="0"/>
              <a:t>Megvalósítás és tesztelés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756CC-A1D9-837D-6683-56CFA81C5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3250" cy="271462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PoC: DB ↔ backend ↔ frontend kapcsolat tesztadatokkal.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SQLAlchemy adatmodellek és Alembic migráció.</a:t>
            </a:r>
          </a:p>
          <a:p>
            <a:pPr>
              <a:spcAft>
                <a:spcPts val="700"/>
              </a:spcAft>
            </a:pPr>
            <a:r>
              <a:rPr sz="1700" dirty="0"/>
              <a:t>JWT-alapú hitelesítés és RBAC jogosultságkezelés.</a:t>
            </a:r>
          </a:p>
          <a:p>
            <a:pPr>
              <a:spcAft>
                <a:spcPts val="700"/>
              </a:spcAft>
            </a:pPr>
            <a:r>
              <a:rPr sz="1700" dirty="0"/>
              <a:t>REST API-s listázások és szerepkör-specifikus képernyők.</a:t>
            </a:r>
          </a:p>
          <a:p>
            <a:pPr>
              <a:spcAft>
                <a:spcPts val="700"/>
              </a:spcAft>
            </a:pPr>
            <a:r>
              <a:rPr sz="1700" dirty="0"/>
              <a:t>Pytest unit tesztek és külső értesítési szolgáltatás mockolása.</a:t>
            </a:r>
          </a:p>
          <a:p>
            <a:pPr>
              <a:spcAft>
                <a:spcPts val="700"/>
              </a:spcAft>
            </a:pPr>
            <a:r>
              <a:rPr sz="1700" dirty="0"/>
              <a:t>Integrációs teszt: a csomag teljes életútja.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7D1A40A-C450-98BB-DF93-A33FB95E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610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CD29-CCD3-3DEB-395A-F4A6F024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36850" cy="1325563"/>
          </a:xfrm>
        </p:spPr>
        <p:txBody>
          <a:bodyPr wrap="square"/>
          <a:lstStyle/>
          <a:p>
            <a:r>
              <a:rPr sz="2700" b="1" dirty="0"/>
              <a:t>Mérföldkövek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1464-066E-DA93-546E-2568A7B8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5300" cy="241617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01 — Feladatértelmezés, architektúra és működő PoC.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02 — Hitelesítés, JWT, RBAC, alapfunkciók és unit tesztek.</a:t>
            </a:r>
          </a:p>
          <a:p>
            <a:pPr>
              <a:spcAft>
                <a:spcPts val="700"/>
              </a:spcAft>
            </a:pPr>
            <a:r>
              <a:rPr sz="1700" dirty="0"/>
              <a:t>03 — Szerepkör-specifikus felületek, statisztikák, értesítések.</a:t>
            </a:r>
          </a:p>
          <a:p>
            <a:pPr>
              <a:spcAft>
                <a:spcPts val="700"/>
              </a:spcAft>
            </a:pPr>
            <a:r>
              <a:rPr sz="1700" dirty="0"/>
              <a:t>04 — Teljes munkafolyamat, PIN-ellenőrzés, integrációs tesztek.</a:t>
            </a:r>
          </a:p>
          <a:p>
            <a:pPr>
              <a:spcAft>
                <a:spcPts val="700"/>
              </a:spcAft>
            </a:pPr>
            <a:r>
              <a:rPr sz="1700" dirty="0"/>
              <a:t>05 — Véglegesítés, dokumentáció, működő alkalmazás átadás.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3C6E71-9054-0B23-4282-CAB0B280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10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8838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0B4B-C83E-5FCF-19A4-C56E7010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5"/>
            <a:ext cx="7378700" cy="1325563"/>
          </a:xfrm>
        </p:spPr>
        <p:txBody>
          <a:bodyPr wrap="square"/>
          <a:lstStyle/>
          <a:p>
            <a:r>
              <a:rPr sz="2500" b="1" dirty="0"/>
              <a:t>Fejlesztési környezet és GitHub workflow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5695-2D0A-F605-4829-8E9269B8F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5000" cy="271462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600" dirty="0"/>
              <a:t>GitHub </a:t>
            </a:r>
            <a:r>
              <a:rPr sz="1600" dirty="0" err="1"/>
              <a:t>repository</a:t>
            </a:r>
            <a:r>
              <a:rPr sz="1600" dirty="0"/>
              <a:t>: forráskód és projekt dokumentáció.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600" dirty="0"/>
              <a:t>Minden funkció / javítás külön fejlesztői </a:t>
            </a:r>
            <a:r>
              <a:rPr sz="1600" dirty="0" err="1"/>
              <a:t>branch</a:t>
            </a:r>
            <a:r>
              <a:rPr sz="1600" dirty="0"/>
              <a:t>-en készül.</a:t>
            </a:r>
          </a:p>
          <a:p>
            <a:pPr>
              <a:spcAft>
                <a:spcPts val="700"/>
              </a:spcAft>
            </a:pPr>
            <a:r>
              <a:rPr sz="1600" dirty="0"/>
              <a:t>Main ágra közvetlen </a:t>
            </a:r>
            <a:r>
              <a:rPr sz="1600" dirty="0" err="1"/>
              <a:t>kódpush</a:t>
            </a:r>
            <a:r>
              <a:rPr sz="1600" dirty="0"/>
              <a:t> nincs: </a:t>
            </a:r>
            <a:r>
              <a:rPr sz="1600" dirty="0" err="1"/>
              <a:t>Pull</a:t>
            </a:r>
            <a:r>
              <a:rPr sz="1600" dirty="0"/>
              <a:t> </a:t>
            </a:r>
            <a:r>
              <a:rPr sz="1600" dirty="0" err="1"/>
              <a:t>Request</a:t>
            </a:r>
            <a:r>
              <a:rPr sz="1600" dirty="0"/>
              <a:t> + </a:t>
            </a:r>
            <a:r>
              <a:rPr sz="1600" dirty="0" err="1"/>
              <a:t>code</a:t>
            </a:r>
            <a:r>
              <a:rPr sz="1600" dirty="0"/>
              <a:t> </a:t>
            </a:r>
            <a:r>
              <a:rPr sz="1600" dirty="0" err="1"/>
              <a:t>review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</a:pPr>
            <a:r>
              <a:rPr sz="1600" dirty="0"/>
              <a:t>Indítás: start.ps1 (Windows) vagy start.sh (Linux/</a:t>
            </a:r>
            <a:r>
              <a:rPr sz="1600" dirty="0" err="1"/>
              <a:t>macOS</a:t>
            </a:r>
            <a:r>
              <a:rPr sz="1600" dirty="0"/>
              <a:t>).</a:t>
            </a:r>
          </a:p>
          <a:p>
            <a:pPr>
              <a:spcAft>
                <a:spcPts val="700"/>
              </a:spcAft>
            </a:pPr>
            <a:r>
              <a:rPr sz="1600" dirty="0"/>
              <a:t>Architektúra: db.py → models.py → </a:t>
            </a:r>
            <a:r>
              <a:rPr sz="1600" dirty="0" err="1"/>
              <a:t>services</a:t>
            </a:r>
            <a:r>
              <a:rPr sz="1600" dirty="0"/>
              <a:t>/ → </a:t>
            </a:r>
            <a:r>
              <a:rPr sz="1600" dirty="0" err="1"/>
              <a:t>gui</a:t>
            </a:r>
            <a:r>
              <a:rPr sz="1600" dirty="0"/>
              <a:t>/.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E6CA9A2-1F25-D5D4-EECC-DABC8947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19687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1;p55">
            <a:extLst>
              <a:ext uri="{FF2B5EF4-FFF2-40B4-BE49-F238E27FC236}">
                <a16:creationId xmlns:a16="http://schemas.microsoft.com/office/drawing/2014/main" id="{6E304BF2-407C-651F-A6F2-6827FDDA2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75" y="1428814"/>
            <a:ext cx="11719249" cy="13255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3000" b="1"/>
              <a:t>Köszönjük a figyelmet!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8C81E0B-A45B-B766-18E5-369A3C4B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0" y="3429000"/>
            <a:ext cx="6908800" cy="1768767"/>
          </a:xfrm>
        </p:spPr>
        <p:txBody>
          <a:bodyPr wrap="square"/>
          <a:lstStyle/>
          <a:p>
            <a:pPr marL="0" indent="0" algn="ctr">
              <a:buNone/>
            </a:pPr>
            <a:r>
              <a:rPr sz="2200" b="1" dirty="0"/>
              <a:t>Kérdések?</a:t>
            </a:r>
            <a:endParaRPr lang="hu-HU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E604AE3D-F9F0-C819-50A4-B96C2202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12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368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Szélesvásznú</PresentationFormat>
  <Paragraphs>94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20" baseType="lpstr">
      <vt:lpstr>Arial</vt:lpstr>
      <vt:lpstr>IBM Plex Serif SemiBold</vt:lpstr>
      <vt:lpstr>Aptos</vt:lpstr>
      <vt:lpstr>Raleway Black</vt:lpstr>
      <vt:lpstr>IBM Plex Serif Light</vt:lpstr>
      <vt:lpstr>Wingdings</vt:lpstr>
      <vt:lpstr>Calibri</vt:lpstr>
      <vt:lpstr>Office-téma</vt:lpstr>
      <vt:lpstr>Asztali futáralkalmazás tervezése és megvalósítása</vt:lpstr>
      <vt:lpstr>Feladat célja</vt:lpstr>
      <vt:lpstr>Rendszerarchitektúra és technológiai stack</vt:lpstr>
      <vt:lpstr>Szerepkörök és fő funkciók</vt:lpstr>
      <vt:lpstr>Adatbázis architektúra</vt:lpstr>
      <vt:lpstr>Fő adatbázis-entitások</vt:lpstr>
      <vt:lpstr>Csomag életútja</vt:lpstr>
      <vt:lpstr>Plusz funkcionalitás – SMS / e-mail értesítések</vt:lpstr>
      <vt:lpstr>Megvalósítás és tesztelés</vt:lpstr>
      <vt:lpstr>Mérföldkövek</vt:lpstr>
      <vt:lpstr>Fejlesztési környezet és GitHub workflow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Pannon Egyetem</dc:title>
  <dc:creator>USER</dc:creator>
  <cp:lastModifiedBy>Patkós Boglárka</cp:lastModifiedBy>
  <cp:revision>38</cp:revision>
  <dcterms:created xsi:type="dcterms:W3CDTF">2021-09-14T10:57:43Z</dcterms:created>
  <dcterms:modified xsi:type="dcterms:W3CDTF">2026-10-08T20:42:20Z</dcterms:modified>
</cp:coreProperties>
</file>