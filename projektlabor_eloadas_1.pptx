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sldIdLst>
    <p:sldId id="256" r:id="rId2"/>
    <p:sldId id="258" r:id="rId3"/>
    <p:sldId id="259" r:id="rId4"/>
    <p:sldId id="261" r:id="rId5"/>
    <p:sldId id="260" r:id="rId6"/>
    <p:sldId id="270" r:id="rId7"/>
    <p:sldId id="268" r:id="rId8"/>
    <p:sldId id="262" r:id="rId9"/>
    <p:sldId id="272" r:id="rId10"/>
    <p:sldId id="271" r:id="rId11"/>
    <p:sldId id="266" r:id="rId12"/>
    <p:sldId id="264" r:id="rId13"/>
    <p:sldId id="267" r:id="rId14"/>
    <p:sldId id="265" r:id="rId15"/>
    <p:sldId id="263" r:id="rId16"/>
    <p:sldId id="257" r:id="rId17"/>
    <p:sldId id="269" r:id="rId18"/>
  </p:sldIdLst>
  <p:sldSz cx="12192000" cy="6858000"/>
  <p:notesSz cx="6858000" cy="9144000"/>
  <p:embeddedFontLst>
    <p:embeddedFont>
      <p:font typeface="IBM Plex Serif Light" panose="02060403050406000203" pitchFamily="18" charset="-18"/>
      <p:regular r:id="rId20"/>
      <p:italic r:id="rId21"/>
    </p:embeddedFont>
    <p:embeddedFont>
      <p:font typeface="IBM Plex Serif SemiBold" panose="02060703050406000203" pitchFamily="18" charset="-18"/>
      <p:bold r:id="rId22"/>
      <p:boldItalic r:id="rId23"/>
    </p:embeddedFont>
    <p:embeddedFont>
      <p:font typeface="Mukta" panose="020B0604020202020204" charset="-18"/>
      <p:regular r:id="rId24"/>
      <p:bold r:id="rId25"/>
    </p:embeddedFont>
    <p:embeddedFont>
      <p:font typeface="Raleway Black" pitchFamily="2" charset="-18"/>
      <p:bold r:id="rId26"/>
      <p:boldItalic r:id="rId27"/>
    </p:embeddedFont>
  </p:embeddedFontLst>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5780"/>
    <a:srgbClr val="F0F0F0"/>
    <a:srgbClr val="9FC2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Világos stílus 3 – 3. jelölőszín">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8" autoAdjust="0"/>
    <p:restoredTop sz="94673" autoAdjust="0"/>
  </p:normalViewPr>
  <p:slideViewPr>
    <p:cSldViewPr snapToGrid="0">
      <p:cViewPr varScale="1">
        <p:scale>
          <a:sx n="78" d="100"/>
          <a:sy n="78"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ogh András" userId="f5d0a104-4f34-4273-8130-e237954587a6" providerId="ADAL" clId="{8405B9B6-F993-4F6A-92B0-B9D67CD73FBF}"/>
    <pc:docChg chg="undo custSel modSld modMainMaster">
      <pc:chgData name="Balogh András" userId="f5d0a104-4f34-4273-8130-e237954587a6" providerId="ADAL" clId="{8405B9B6-F993-4F6A-92B0-B9D67CD73FBF}" dt="2024-01-26T08:49:27.539" v="81" actId="1076"/>
      <pc:docMkLst>
        <pc:docMk/>
      </pc:docMkLst>
      <pc:sldChg chg="modSp mod modClrScheme chgLayout">
        <pc:chgData name="Balogh András" userId="f5d0a104-4f34-4273-8130-e237954587a6" providerId="ADAL" clId="{8405B9B6-F993-4F6A-92B0-B9D67CD73FBF}" dt="2024-01-26T08:47:11.698" v="57" actId="1076"/>
        <pc:sldMkLst>
          <pc:docMk/>
          <pc:sldMk cId="1470132615" sldId="257"/>
        </pc:sldMkLst>
        <pc:spChg chg="mod ord">
          <ac:chgData name="Balogh András" userId="f5d0a104-4f34-4273-8130-e237954587a6" providerId="ADAL" clId="{8405B9B6-F993-4F6A-92B0-B9D67CD73FBF}" dt="2024-01-26T08:47:11.698" v="57" actId="1076"/>
          <ac:spMkLst>
            <pc:docMk/>
            <pc:sldMk cId="1470132615" sldId="257"/>
            <ac:spMk id="2" creationId="{00000000-0000-0000-0000-000000000000}"/>
          </ac:spMkLst>
        </pc:spChg>
        <pc:spChg chg="mod ord">
          <ac:chgData name="Balogh András" userId="f5d0a104-4f34-4273-8130-e237954587a6" providerId="ADAL" clId="{8405B9B6-F993-4F6A-92B0-B9D67CD73FBF}" dt="2024-01-26T08:47:11.698" v="57" actId="1076"/>
          <ac:spMkLst>
            <pc:docMk/>
            <pc:sldMk cId="1470132615" sldId="257"/>
            <ac:spMk id="3" creationId="{00000000-0000-0000-0000-000000000000}"/>
          </ac:spMkLst>
        </pc:spChg>
      </pc:sldChg>
      <pc:sldChg chg="modSp mod modClrScheme chgLayout">
        <pc:chgData name="Balogh András" userId="f5d0a104-4f34-4273-8130-e237954587a6" providerId="ADAL" clId="{8405B9B6-F993-4F6A-92B0-B9D67CD73FBF}" dt="2024-01-26T08:41:26.322" v="9" actId="1076"/>
        <pc:sldMkLst>
          <pc:docMk/>
          <pc:sldMk cId="257360071" sldId="258"/>
        </pc:sldMkLst>
        <pc:spChg chg="mod ord">
          <ac:chgData name="Balogh András" userId="f5d0a104-4f34-4273-8130-e237954587a6" providerId="ADAL" clId="{8405B9B6-F993-4F6A-92B0-B9D67CD73FBF}" dt="2024-01-26T08:41:14.198" v="7" actId="700"/>
          <ac:spMkLst>
            <pc:docMk/>
            <pc:sldMk cId="257360071" sldId="258"/>
            <ac:spMk id="4" creationId="{00000000-0000-0000-0000-000000000000}"/>
          </ac:spMkLst>
        </pc:spChg>
        <pc:spChg chg="mod ord">
          <ac:chgData name="Balogh András" userId="f5d0a104-4f34-4273-8130-e237954587a6" providerId="ADAL" clId="{8405B9B6-F993-4F6A-92B0-B9D67CD73FBF}" dt="2024-01-26T08:41:14.198" v="7" actId="700"/>
          <ac:spMkLst>
            <pc:docMk/>
            <pc:sldMk cId="257360071" sldId="258"/>
            <ac:spMk id="8" creationId="{CBDB776E-94B1-B9E2-3BFD-3F86AF2EAB1A}"/>
          </ac:spMkLst>
        </pc:spChg>
        <pc:picChg chg="mod ord">
          <ac:chgData name="Balogh András" userId="f5d0a104-4f34-4273-8130-e237954587a6" providerId="ADAL" clId="{8405B9B6-F993-4F6A-92B0-B9D67CD73FBF}" dt="2024-01-26T08:41:26.322" v="9" actId="1076"/>
          <ac:picMkLst>
            <pc:docMk/>
            <pc:sldMk cId="257360071" sldId="258"/>
            <ac:picMk id="7" creationId="{00000000-0000-0000-0000-000000000000}"/>
          </ac:picMkLst>
        </pc:picChg>
      </pc:sldChg>
      <pc:sldChg chg="modSp mod modClrScheme chgLayout">
        <pc:chgData name="Balogh András" userId="f5d0a104-4f34-4273-8130-e237954587a6" providerId="ADAL" clId="{8405B9B6-F993-4F6A-92B0-B9D67CD73FBF}" dt="2024-01-26T08:47:46.722" v="63" actId="14100"/>
        <pc:sldMkLst>
          <pc:docMk/>
          <pc:sldMk cId="4102639529" sldId="259"/>
        </pc:sldMkLst>
        <pc:spChg chg="mod ord">
          <ac:chgData name="Balogh András" userId="f5d0a104-4f34-4273-8130-e237954587a6" providerId="ADAL" clId="{8405B9B6-F993-4F6A-92B0-B9D67CD73FBF}" dt="2024-01-26T08:47:40.438" v="62" actId="700"/>
          <ac:spMkLst>
            <pc:docMk/>
            <pc:sldMk cId="4102639529" sldId="259"/>
            <ac:spMk id="5" creationId="{65285837-6801-163D-5FC1-ED76174552BD}"/>
          </ac:spMkLst>
        </pc:spChg>
        <pc:spChg chg="mod ord">
          <ac:chgData name="Balogh András" userId="f5d0a104-4f34-4273-8130-e237954587a6" providerId="ADAL" clId="{8405B9B6-F993-4F6A-92B0-B9D67CD73FBF}" dt="2024-01-26T08:47:40.438" v="62" actId="700"/>
          <ac:spMkLst>
            <pc:docMk/>
            <pc:sldMk cId="4102639529" sldId="259"/>
            <ac:spMk id="10" creationId="{00000000-0000-0000-0000-000000000000}"/>
          </ac:spMkLst>
        </pc:spChg>
        <pc:picChg chg="mod ord">
          <ac:chgData name="Balogh András" userId="f5d0a104-4f34-4273-8130-e237954587a6" providerId="ADAL" clId="{8405B9B6-F993-4F6A-92B0-B9D67CD73FBF}" dt="2024-01-26T08:47:46.722" v="63" actId="14100"/>
          <ac:picMkLst>
            <pc:docMk/>
            <pc:sldMk cId="4102639529" sldId="259"/>
            <ac:picMk id="14" creationId="{00000000-0000-0000-0000-000000000000}"/>
          </ac:picMkLst>
        </pc:picChg>
      </pc:sldChg>
      <pc:sldChg chg="modSp mod modClrScheme chgLayout">
        <pc:chgData name="Balogh András" userId="f5d0a104-4f34-4273-8130-e237954587a6" providerId="ADAL" clId="{8405B9B6-F993-4F6A-92B0-B9D67CD73FBF}" dt="2024-01-26T08:48:16.731" v="68" actId="1076"/>
        <pc:sldMkLst>
          <pc:docMk/>
          <pc:sldMk cId="2577150692" sldId="260"/>
        </pc:sldMkLst>
        <pc:spChg chg="mod ord">
          <ac:chgData name="Balogh András" userId="f5d0a104-4f34-4273-8130-e237954587a6" providerId="ADAL" clId="{8405B9B6-F993-4F6A-92B0-B9D67CD73FBF}" dt="2024-01-26T08:47:58.750" v="64" actId="700"/>
          <ac:spMkLst>
            <pc:docMk/>
            <pc:sldMk cId="2577150692" sldId="260"/>
            <ac:spMk id="2" creationId="{00000000-0000-0000-0000-000000000000}"/>
          </ac:spMkLst>
        </pc:spChg>
        <pc:graphicFrameChg chg="mod ord">
          <ac:chgData name="Balogh András" userId="f5d0a104-4f34-4273-8130-e237954587a6" providerId="ADAL" clId="{8405B9B6-F993-4F6A-92B0-B9D67CD73FBF}" dt="2024-01-26T08:48:16.731" v="68" actId="1076"/>
          <ac:graphicFrameMkLst>
            <pc:docMk/>
            <pc:sldMk cId="2577150692" sldId="260"/>
            <ac:graphicFrameMk id="7" creationId="{00000000-0000-0000-0000-000000000000}"/>
          </ac:graphicFrameMkLst>
        </pc:graphicFrameChg>
      </pc:sldChg>
      <pc:sldChg chg="modSp mod modClrScheme chgLayout">
        <pc:chgData name="Balogh András" userId="f5d0a104-4f34-4273-8130-e237954587a6" providerId="ADAL" clId="{8405B9B6-F993-4F6A-92B0-B9D67CD73FBF}" dt="2024-01-26T08:41:06.202" v="6" actId="1076"/>
        <pc:sldMkLst>
          <pc:docMk/>
          <pc:sldMk cId="671919178" sldId="261"/>
        </pc:sldMkLst>
        <pc:spChg chg="mod ord">
          <ac:chgData name="Balogh András" userId="f5d0a104-4f34-4273-8130-e237954587a6" providerId="ADAL" clId="{8405B9B6-F993-4F6A-92B0-B9D67CD73FBF}" dt="2024-01-26T08:40:51.645" v="3" actId="700"/>
          <ac:spMkLst>
            <pc:docMk/>
            <pc:sldMk cId="671919178" sldId="261"/>
            <ac:spMk id="3" creationId="{0EB271AC-B7D2-159A-1892-6CD41BA1B862}"/>
          </ac:spMkLst>
        </pc:spChg>
        <pc:spChg chg="mod ord">
          <ac:chgData name="Balogh András" userId="f5d0a104-4f34-4273-8130-e237954587a6" providerId="ADAL" clId="{8405B9B6-F993-4F6A-92B0-B9D67CD73FBF}" dt="2024-01-26T08:40:51.645" v="3" actId="700"/>
          <ac:spMkLst>
            <pc:docMk/>
            <pc:sldMk cId="671919178" sldId="261"/>
            <ac:spMk id="5" creationId="{00000000-0000-0000-0000-000000000000}"/>
          </ac:spMkLst>
        </pc:spChg>
        <pc:picChg chg="mod ord">
          <ac:chgData name="Balogh András" userId="f5d0a104-4f34-4273-8130-e237954587a6" providerId="ADAL" clId="{8405B9B6-F993-4F6A-92B0-B9D67CD73FBF}" dt="2024-01-26T08:41:06.202" v="6" actId="1076"/>
          <ac:picMkLst>
            <pc:docMk/>
            <pc:sldMk cId="671919178" sldId="261"/>
            <ac:picMk id="16" creationId="{00000000-0000-0000-0000-000000000000}"/>
          </ac:picMkLst>
        </pc:picChg>
      </pc:sldChg>
      <pc:sldChg chg="addSp delSp modSp mod modClrScheme chgLayout">
        <pc:chgData name="Balogh András" userId="f5d0a104-4f34-4273-8130-e237954587a6" providerId="ADAL" clId="{8405B9B6-F993-4F6A-92B0-B9D67CD73FBF}" dt="2024-01-26T08:40:40.522" v="2" actId="478"/>
        <pc:sldMkLst>
          <pc:docMk/>
          <pc:sldMk cId="307229294" sldId="262"/>
        </pc:sldMkLst>
        <pc:spChg chg="add del mod ord">
          <ac:chgData name="Balogh András" userId="f5d0a104-4f34-4273-8130-e237954587a6" providerId="ADAL" clId="{8405B9B6-F993-4F6A-92B0-B9D67CD73FBF}" dt="2024-01-26T08:40:38.523" v="1" actId="478"/>
          <ac:spMkLst>
            <pc:docMk/>
            <pc:sldMk cId="307229294" sldId="262"/>
            <ac:spMk id="2" creationId="{345D5C92-D93C-2690-1E70-D96ED93AE1E0}"/>
          </ac:spMkLst>
        </pc:spChg>
        <pc:spChg chg="add del mod ord">
          <ac:chgData name="Balogh András" userId="f5d0a104-4f34-4273-8130-e237954587a6" providerId="ADAL" clId="{8405B9B6-F993-4F6A-92B0-B9D67CD73FBF}" dt="2024-01-26T08:40:40.522" v="2" actId="478"/>
          <ac:spMkLst>
            <pc:docMk/>
            <pc:sldMk cId="307229294" sldId="262"/>
            <ac:spMk id="3" creationId="{24B6AB58-9CBD-01EB-3D06-0EA05CE0FBF4}"/>
          </ac:spMkLst>
        </pc:spChg>
      </pc:sldChg>
      <pc:sldChg chg="modSp mod modClrScheme chgLayout">
        <pc:chgData name="Balogh András" userId="f5d0a104-4f34-4273-8130-e237954587a6" providerId="ADAL" clId="{8405B9B6-F993-4F6A-92B0-B9D67CD73FBF}" dt="2024-01-26T08:46:53.979" v="55" actId="1076"/>
        <pc:sldMkLst>
          <pc:docMk/>
          <pc:sldMk cId="2459097861" sldId="263"/>
        </pc:sldMkLst>
        <pc:spChg chg="mod ord">
          <ac:chgData name="Balogh András" userId="f5d0a104-4f34-4273-8130-e237954587a6" providerId="ADAL" clId="{8405B9B6-F993-4F6A-92B0-B9D67CD73FBF}" dt="2024-01-26T08:46:53.979" v="55" actId="1076"/>
          <ac:spMkLst>
            <pc:docMk/>
            <pc:sldMk cId="2459097861" sldId="263"/>
            <ac:spMk id="3" creationId="{EEEFFCF1-7E4C-4FCC-D022-57D753C812CF}"/>
          </ac:spMkLst>
        </pc:spChg>
      </pc:sldChg>
      <pc:sldChg chg="addSp delSp modSp mod modClrScheme chgLayout">
        <pc:chgData name="Balogh András" userId="f5d0a104-4f34-4273-8130-e237954587a6" providerId="ADAL" clId="{8405B9B6-F993-4F6A-92B0-B9D67CD73FBF}" dt="2024-01-26T08:42:40.522" v="17" actId="1076"/>
        <pc:sldMkLst>
          <pc:docMk/>
          <pc:sldMk cId="1499025018" sldId="264"/>
        </pc:sldMkLst>
        <pc:spChg chg="mod ord">
          <ac:chgData name="Balogh András" userId="f5d0a104-4f34-4273-8130-e237954587a6" providerId="ADAL" clId="{8405B9B6-F993-4F6A-92B0-B9D67CD73FBF}" dt="2024-01-26T08:42:40.522" v="17" actId="1076"/>
          <ac:spMkLst>
            <pc:docMk/>
            <pc:sldMk cId="1499025018" sldId="264"/>
            <ac:spMk id="2" creationId="{6E304BF2-407C-651F-A6F2-6827FDDA2911}"/>
          </ac:spMkLst>
        </pc:spChg>
        <pc:spChg chg="add del mod ord">
          <ac:chgData name="Balogh András" userId="f5d0a104-4f34-4273-8130-e237954587a6" providerId="ADAL" clId="{8405B9B6-F993-4F6A-92B0-B9D67CD73FBF}" dt="2024-01-26T08:42:35.641" v="16" actId="478"/>
          <ac:spMkLst>
            <pc:docMk/>
            <pc:sldMk cId="1499025018" sldId="264"/>
            <ac:spMk id="4" creationId="{C15750AC-7FCB-3288-D8BC-9D80B61DE741}"/>
          </ac:spMkLst>
        </pc:spChg>
      </pc:sldChg>
      <pc:sldChg chg="modSp mod modClrScheme chgLayout">
        <pc:chgData name="Balogh András" userId="f5d0a104-4f34-4273-8130-e237954587a6" providerId="ADAL" clId="{8405B9B6-F993-4F6A-92B0-B9D67CD73FBF}" dt="2024-01-26T08:46:41.211" v="53" actId="1076"/>
        <pc:sldMkLst>
          <pc:docMk/>
          <pc:sldMk cId="3421288269" sldId="265"/>
        </pc:sldMkLst>
        <pc:spChg chg="mod ord">
          <ac:chgData name="Balogh András" userId="f5d0a104-4f34-4273-8130-e237954587a6" providerId="ADAL" clId="{8405B9B6-F993-4F6A-92B0-B9D67CD73FBF}" dt="2024-01-26T08:46:41.211" v="53" actId="1076"/>
          <ac:spMkLst>
            <pc:docMk/>
            <pc:sldMk cId="3421288269" sldId="265"/>
            <ac:spMk id="5" creationId="{3CF8E49A-6E3E-2A63-6989-C0D013ED69A0}"/>
          </ac:spMkLst>
        </pc:spChg>
      </pc:sldChg>
      <pc:sldChg chg="addSp delSp modSp mod modClrScheme chgLayout">
        <pc:chgData name="Balogh András" userId="f5d0a104-4f34-4273-8130-e237954587a6" providerId="ADAL" clId="{8405B9B6-F993-4F6A-92B0-B9D67CD73FBF}" dt="2024-01-26T08:42:22.634" v="14" actId="478"/>
        <pc:sldMkLst>
          <pc:docMk/>
          <pc:sldMk cId="1794315408" sldId="266"/>
        </pc:sldMkLst>
        <pc:spChg chg="add del mod ord">
          <ac:chgData name="Balogh András" userId="f5d0a104-4f34-4273-8130-e237954587a6" providerId="ADAL" clId="{8405B9B6-F993-4F6A-92B0-B9D67CD73FBF}" dt="2024-01-26T08:42:22.634" v="14" actId="478"/>
          <ac:spMkLst>
            <pc:docMk/>
            <pc:sldMk cId="1794315408" sldId="266"/>
            <ac:spMk id="2" creationId="{782459D1-F6B3-2173-9673-D4AF59A8E5F5}"/>
          </ac:spMkLst>
        </pc:spChg>
        <pc:spChg chg="mod ord">
          <ac:chgData name="Balogh András" userId="f5d0a104-4f34-4273-8130-e237954587a6" providerId="ADAL" clId="{8405B9B6-F993-4F6A-92B0-B9D67CD73FBF}" dt="2024-01-26T08:42:12.935" v="13" actId="700"/>
          <ac:spMkLst>
            <pc:docMk/>
            <pc:sldMk cId="1794315408" sldId="266"/>
            <ac:spMk id="5" creationId="{E74C5B8D-A284-16AF-EE65-8C865C9614C5}"/>
          </ac:spMkLst>
        </pc:spChg>
      </pc:sldChg>
      <pc:sldChg chg="modSp mod modClrScheme chgLayout">
        <pc:chgData name="Balogh András" userId="f5d0a104-4f34-4273-8130-e237954587a6" providerId="ADAL" clId="{8405B9B6-F993-4F6A-92B0-B9D67CD73FBF}" dt="2024-01-26T08:46:24.490" v="51" actId="1076"/>
        <pc:sldMkLst>
          <pc:docMk/>
          <pc:sldMk cId="3386046177" sldId="267"/>
        </pc:sldMkLst>
        <pc:spChg chg="mod ord">
          <ac:chgData name="Balogh András" userId="f5d0a104-4f34-4273-8130-e237954587a6" providerId="ADAL" clId="{8405B9B6-F993-4F6A-92B0-B9D67CD73FBF}" dt="2024-01-26T08:45:58.778" v="49" actId="1076"/>
          <ac:spMkLst>
            <pc:docMk/>
            <pc:sldMk cId="3386046177" sldId="267"/>
            <ac:spMk id="5" creationId="{A94AA362-B33D-0B42-4DC1-10FAEB2D93F7}"/>
          </ac:spMkLst>
        </pc:spChg>
        <pc:graphicFrameChg chg="mod modGraphic">
          <ac:chgData name="Balogh András" userId="f5d0a104-4f34-4273-8130-e237954587a6" providerId="ADAL" clId="{8405B9B6-F993-4F6A-92B0-B9D67CD73FBF}" dt="2024-01-26T08:46:24.490" v="51" actId="1076"/>
          <ac:graphicFrameMkLst>
            <pc:docMk/>
            <pc:sldMk cId="3386046177" sldId="267"/>
            <ac:graphicFrameMk id="8" creationId="{0CC7E373-44C1-C025-4C23-B1CF73E11C98}"/>
          </ac:graphicFrameMkLst>
        </pc:graphicFrameChg>
      </pc:sldChg>
      <pc:sldChg chg="modSp mod modClrScheme chgLayout">
        <pc:chgData name="Balogh András" userId="f5d0a104-4f34-4273-8130-e237954587a6" providerId="ADAL" clId="{8405B9B6-F993-4F6A-92B0-B9D67CD73FBF}" dt="2024-01-26T08:49:27.539" v="81" actId="1076"/>
        <pc:sldMkLst>
          <pc:docMk/>
          <pc:sldMk cId="1793686015" sldId="268"/>
        </pc:sldMkLst>
        <pc:spChg chg="mod ord">
          <ac:chgData name="Balogh András" userId="f5d0a104-4f34-4273-8130-e237954587a6" providerId="ADAL" clId="{8405B9B6-F993-4F6A-92B0-B9D67CD73FBF}" dt="2024-01-26T08:49:27.539" v="81" actId="1076"/>
          <ac:spMkLst>
            <pc:docMk/>
            <pc:sldMk cId="1793686015" sldId="268"/>
            <ac:spMk id="2" creationId="{6E304BF2-407C-651F-A6F2-6827FDDA2911}"/>
          </ac:spMkLst>
        </pc:spChg>
        <pc:spChg chg="mod ord">
          <ac:chgData name="Balogh András" userId="f5d0a104-4f34-4273-8130-e237954587a6" providerId="ADAL" clId="{8405B9B6-F993-4F6A-92B0-B9D67CD73FBF}" dt="2024-01-26T08:49:10.267" v="78" actId="1076"/>
          <ac:spMkLst>
            <pc:docMk/>
            <pc:sldMk cId="1793686015" sldId="268"/>
            <ac:spMk id="4" creationId="{A8C81E0B-A45B-B766-18E5-369A3C4B9D50}"/>
          </ac:spMkLst>
        </pc:spChg>
      </pc:sldChg>
      <pc:sldChg chg="addSp delSp modSp mod modClrScheme chgLayout">
        <pc:chgData name="Balogh András" userId="f5d0a104-4f34-4273-8130-e237954587a6" providerId="ADAL" clId="{8405B9B6-F993-4F6A-92B0-B9D67CD73FBF}" dt="2024-01-26T08:48:39.042" v="72" actId="478"/>
        <pc:sldMkLst>
          <pc:docMk/>
          <pc:sldMk cId="1275389539" sldId="269"/>
        </pc:sldMkLst>
        <pc:spChg chg="mod ord">
          <ac:chgData name="Balogh András" userId="f5d0a104-4f34-4273-8130-e237954587a6" providerId="ADAL" clId="{8405B9B6-F993-4F6A-92B0-B9D67CD73FBF}" dt="2024-01-26T08:48:36.288" v="71" actId="700"/>
          <ac:spMkLst>
            <pc:docMk/>
            <pc:sldMk cId="1275389539" sldId="269"/>
            <ac:spMk id="2" creationId="{9BAA9773-F752-FCB8-64E5-5831366DB6F3}"/>
          </ac:spMkLst>
        </pc:spChg>
        <pc:spChg chg="add del mod ord">
          <ac:chgData name="Balogh András" userId="f5d0a104-4f34-4273-8130-e237954587a6" providerId="ADAL" clId="{8405B9B6-F993-4F6A-92B0-B9D67CD73FBF}" dt="2024-01-26T08:48:39.042" v="72" actId="478"/>
          <ac:spMkLst>
            <pc:docMk/>
            <pc:sldMk cId="1275389539" sldId="269"/>
            <ac:spMk id="3" creationId="{4FD130C5-B759-D1B9-332A-7123D8A93603}"/>
          </ac:spMkLst>
        </pc:spChg>
      </pc:sldChg>
      <pc:sldChg chg="addSp delSp modSp mod modClrScheme chgLayout">
        <pc:chgData name="Balogh András" userId="f5d0a104-4f34-4273-8130-e237954587a6" providerId="ADAL" clId="{8405B9B6-F993-4F6A-92B0-B9D67CD73FBF}" dt="2024-01-26T08:48:29.760" v="70" actId="478"/>
        <pc:sldMkLst>
          <pc:docMk/>
          <pc:sldMk cId="686112824" sldId="270"/>
        </pc:sldMkLst>
        <pc:spChg chg="mod ord">
          <ac:chgData name="Balogh András" userId="f5d0a104-4f34-4273-8130-e237954587a6" providerId="ADAL" clId="{8405B9B6-F993-4F6A-92B0-B9D67CD73FBF}" dt="2024-01-26T08:48:26.641" v="69" actId="700"/>
          <ac:spMkLst>
            <pc:docMk/>
            <pc:sldMk cId="686112824" sldId="270"/>
            <ac:spMk id="2" creationId="{DF127DC2-6197-9F67-9F2A-9209D0C5F1B3}"/>
          </ac:spMkLst>
        </pc:spChg>
        <pc:spChg chg="add del mod ord">
          <ac:chgData name="Balogh András" userId="f5d0a104-4f34-4273-8130-e237954587a6" providerId="ADAL" clId="{8405B9B6-F993-4F6A-92B0-B9D67CD73FBF}" dt="2024-01-26T08:48:29.760" v="70" actId="478"/>
          <ac:spMkLst>
            <pc:docMk/>
            <pc:sldMk cId="686112824" sldId="270"/>
            <ac:spMk id="12" creationId="{5021E7F5-3C83-52A0-14E7-A5D7AF0D45DC}"/>
          </ac:spMkLst>
        </pc:spChg>
      </pc:sldChg>
      <pc:sldChg chg="addSp delSp modSp mod modClrScheme chgLayout">
        <pc:chgData name="Balogh András" userId="f5d0a104-4f34-4273-8130-e237954587a6" providerId="ADAL" clId="{8405B9B6-F993-4F6A-92B0-B9D67CD73FBF}" dt="2024-01-26T08:41:58.211" v="12" actId="14100"/>
        <pc:sldMkLst>
          <pc:docMk/>
          <pc:sldMk cId="1512818884" sldId="271"/>
        </pc:sldMkLst>
        <pc:spChg chg="add del mod ord">
          <ac:chgData name="Balogh András" userId="f5d0a104-4f34-4273-8130-e237954587a6" providerId="ADAL" clId="{8405B9B6-F993-4F6A-92B0-B9D67CD73FBF}" dt="2024-01-26T08:41:42.057" v="11" actId="478"/>
          <ac:spMkLst>
            <pc:docMk/>
            <pc:sldMk cId="1512818884" sldId="271"/>
            <ac:spMk id="3" creationId="{6474E425-5458-28D1-519B-E86E7FDBB75E}"/>
          </ac:spMkLst>
        </pc:spChg>
        <pc:spChg chg="mod ord">
          <ac:chgData name="Balogh András" userId="f5d0a104-4f34-4273-8130-e237954587a6" providerId="ADAL" clId="{8405B9B6-F993-4F6A-92B0-B9D67CD73FBF}" dt="2024-01-26T08:41:37.288" v="10" actId="700"/>
          <ac:spMkLst>
            <pc:docMk/>
            <pc:sldMk cId="1512818884" sldId="271"/>
            <ac:spMk id="5" creationId="{A94AA362-B33D-0B42-4DC1-10FAEB2D93F7}"/>
          </ac:spMkLst>
        </pc:spChg>
        <pc:picChg chg="mod">
          <ac:chgData name="Balogh András" userId="f5d0a104-4f34-4273-8130-e237954587a6" providerId="ADAL" clId="{8405B9B6-F993-4F6A-92B0-B9D67CD73FBF}" dt="2024-01-26T08:41:58.211" v="12" actId="14100"/>
          <ac:picMkLst>
            <pc:docMk/>
            <pc:sldMk cId="1512818884" sldId="271"/>
            <ac:picMk id="2" creationId="{3B97A60C-D0BE-DEE1-418F-6CB09B702993}"/>
          </ac:picMkLst>
        </pc:picChg>
      </pc:sldChg>
      <pc:sldMasterChg chg="addSldLayout modSldLayout">
        <pc:chgData name="Balogh András" userId="f5d0a104-4f34-4273-8130-e237954587a6" providerId="ADAL" clId="{8405B9B6-F993-4F6A-92B0-B9D67CD73FBF}" dt="2024-01-26T08:45:16.343" v="45" actId="478"/>
        <pc:sldMasterMkLst>
          <pc:docMk/>
          <pc:sldMasterMk cId="2794186565" sldId="2147483648"/>
        </pc:sldMasterMkLst>
        <pc:sldLayoutChg chg="delSp add mod modTransition">
          <pc:chgData name="Balogh András" userId="f5d0a104-4f34-4273-8130-e237954587a6" providerId="ADAL" clId="{8405B9B6-F993-4F6A-92B0-B9D67CD73FBF}" dt="2024-01-26T08:43:16.483" v="20" actId="478"/>
          <pc:sldLayoutMkLst>
            <pc:docMk/>
            <pc:sldMasterMk cId="2794186565" sldId="2147483648"/>
            <pc:sldLayoutMk cId="3506829429" sldId="2147483684"/>
          </pc:sldLayoutMkLst>
          <pc:spChg chg="del">
            <ac:chgData name="Balogh András" userId="f5d0a104-4f34-4273-8130-e237954587a6" providerId="ADAL" clId="{8405B9B6-F993-4F6A-92B0-B9D67CD73FBF}" dt="2024-01-26T08:43:15.391" v="19" actId="478"/>
            <ac:spMkLst>
              <pc:docMk/>
              <pc:sldMasterMk cId="2794186565" sldId="2147483648"/>
              <pc:sldLayoutMk cId="3506829429" sldId="2147483684"/>
              <ac:spMk id="2" creationId="{00000000-0000-0000-0000-000000000000}"/>
            </ac:spMkLst>
          </pc:spChg>
          <pc:spChg chg="del">
            <ac:chgData name="Balogh András" userId="f5d0a104-4f34-4273-8130-e237954587a6" providerId="ADAL" clId="{8405B9B6-F993-4F6A-92B0-B9D67CD73FBF}" dt="2024-01-26T08:43:16.483" v="20" actId="478"/>
            <ac:spMkLst>
              <pc:docMk/>
              <pc:sldMasterMk cId="2794186565" sldId="2147483648"/>
              <pc:sldLayoutMk cId="3506829429" sldId="2147483684"/>
              <ac:spMk id="3" creationId="{00000000-0000-0000-0000-000000000000}"/>
            </ac:spMkLst>
          </pc:spChg>
        </pc:sldLayoutChg>
        <pc:sldLayoutChg chg="delSp add mod modTransition">
          <pc:chgData name="Balogh András" userId="f5d0a104-4f34-4273-8130-e237954587a6" providerId="ADAL" clId="{8405B9B6-F993-4F6A-92B0-B9D67CD73FBF}" dt="2024-01-26T08:43:30.003" v="23" actId="478"/>
          <pc:sldLayoutMkLst>
            <pc:docMk/>
            <pc:sldMasterMk cId="2794186565" sldId="2147483648"/>
            <pc:sldLayoutMk cId="3783727227" sldId="2147483685"/>
          </pc:sldLayoutMkLst>
          <pc:spChg chg="del">
            <ac:chgData name="Balogh András" userId="f5d0a104-4f34-4273-8130-e237954587a6" providerId="ADAL" clId="{8405B9B6-F993-4F6A-92B0-B9D67CD73FBF}" dt="2024-01-26T08:43:28.353" v="22" actId="478"/>
            <ac:spMkLst>
              <pc:docMk/>
              <pc:sldMasterMk cId="2794186565" sldId="2147483648"/>
              <pc:sldLayoutMk cId="3783727227" sldId="2147483685"/>
              <ac:spMk id="2" creationId="{00000000-0000-0000-0000-000000000000}"/>
            </ac:spMkLst>
          </pc:spChg>
          <pc:spChg chg="del">
            <ac:chgData name="Balogh András" userId="f5d0a104-4f34-4273-8130-e237954587a6" providerId="ADAL" clId="{8405B9B6-F993-4F6A-92B0-B9D67CD73FBF}" dt="2024-01-26T08:43:30.003" v="23" actId="478"/>
            <ac:spMkLst>
              <pc:docMk/>
              <pc:sldMasterMk cId="2794186565" sldId="2147483648"/>
              <pc:sldLayoutMk cId="3783727227" sldId="2147483685"/>
              <ac:spMk id="3" creationId="{00000000-0000-0000-0000-000000000000}"/>
            </ac:spMkLst>
          </pc:spChg>
        </pc:sldLayoutChg>
        <pc:sldLayoutChg chg="delSp add mod modTransition">
          <pc:chgData name="Balogh András" userId="f5d0a104-4f34-4273-8130-e237954587a6" providerId="ADAL" clId="{8405B9B6-F993-4F6A-92B0-B9D67CD73FBF}" dt="2024-01-26T08:44:03.467" v="26" actId="478"/>
          <pc:sldLayoutMkLst>
            <pc:docMk/>
            <pc:sldMasterMk cId="2794186565" sldId="2147483648"/>
            <pc:sldLayoutMk cId="19683755" sldId="2147483686"/>
          </pc:sldLayoutMkLst>
          <pc:spChg chg="del">
            <ac:chgData name="Balogh András" userId="f5d0a104-4f34-4273-8130-e237954587a6" providerId="ADAL" clId="{8405B9B6-F993-4F6A-92B0-B9D67CD73FBF}" dt="2024-01-26T08:44:01.389" v="25" actId="478"/>
            <ac:spMkLst>
              <pc:docMk/>
              <pc:sldMasterMk cId="2794186565" sldId="2147483648"/>
              <pc:sldLayoutMk cId="19683755" sldId="2147483686"/>
              <ac:spMk id="2" creationId="{00000000-0000-0000-0000-000000000000}"/>
            </ac:spMkLst>
          </pc:spChg>
          <pc:spChg chg="del">
            <ac:chgData name="Balogh András" userId="f5d0a104-4f34-4273-8130-e237954587a6" providerId="ADAL" clId="{8405B9B6-F993-4F6A-92B0-B9D67CD73FBF}" dt="2024-01-26T08:44:03.467" v="26" actId="478"/>
            <ac:spMkLst>
              <pc:docMk/>
              <pc:sldMasterMk cId="2794186565" sldId="2147483648"/>
              <pc:sldLayoutMk cId="19683755" sldId="2147483686"/>
              <ac:spMk id="3" creationId="{00000000-0000-0000-0000-000000000000}"/>
            </ac:spMkLst>
          </pc:spChg>
        </pc:sldLayoutChg>
        <pc:sldLayoutChg chg="delSp modSp add mod modTransition">
          <pc:chgData name="Balogh András" userId="f5d0a104-4f34-4273-8130-e237954587a6" providerId="ADAL" clId="{8405B9B6-F993-4F6A-92B0-B9D67CD73FBF}" dt="2024-01-26T08:44:19.021" v="31" actId="478"/>
          <pc:sldLayoutMkLst>
            <pc:docMk/>
            <pc:sldMasterMk cId="2794186565" sldId="2147483648"/>
            <pc:sldLayoutMk cId="2655560489" sldId="2147483687"/>
          </pc:sldLayoutMkLst>
          <pc:spChg chg="del">
            <ac:chgData name="Balogh András" userId="f5d0a104-4f34-4273-8130-e237954587a6" providerId="ADAL" clId="{8405B9B6-F993-4F6A-92B0-B9D67CD73FBF}" dt="2024-01-26T08:44:15.756" v="29" actId="478"/>
            <ac:spMkLst>
              <pc:docMk/>
              <pc:sldMasterMk cId="2794186565" sldId="2147483648"/>
              <pc:sldLayoutMk cId="2655560489" sldId="2147483687"/>
              <ac:spMk id="2" creationId="{00000000-0000-0000-0000-000000000000}"/>
            </ac:spMkLst>
          </pc:spChg>
          <pc:spChg chg="del">
            <ac:chgData name="Balogh András" userId="f5d0a104-4f34-4273-8130-e237954587a6" providerId="ADAL" clId="{8405B9B6-F993-4F6A-92B0-B9D67CD73FBF}" dt="2024-01-26T08:44:19.021" v="31" actId="478"/>
            <ac:spMkLst>
              <pc:docMk/>
              <pc:sldMasterMk cId="2794186565" sldId="2147483648"/>
              <pc:sldLayoutMk cId="2655560489" sldId="2147483687"/>
              <ac:spMk id="3" creationId="{00000000-0000-0000-0000-000000000000}"/>
            </ac:spMkLst>
          </pc:spChg>
          <pc:spChg chg="del">
            <ac:chgData name="Balogh András" userId="f5d0a104-4f34-4273-8130-e237954587a6" providerId="ADAL" clId="{8405B9B6-F993-4F6A-92B0-B9D67CD73FBF}" dt="2024-01-26T08:44:17.518" v="30" actId="478"/>
            <ac:spMkLst>
              <pc:docMk/>
              <pc:sldMasterMk cId="2794186565" sldId="2147483648"/>
              <pc:sldLayoutMk cId="2655560489" sldId="2147483687"/>
              <ac:spMk id="4" creationId="{00000000-0000-0000-0000-000000000000}"/>
            </ac:spMkLst>
          </pc:spChg>
          <pc:picChg chg="mod">
            <ac:chgData name="Balogh András" userId="f5d0a104-4f34-4273-8130-e237954587a6" providerId="ADAL" clId="{8405B9B6-F993-4F6A-92B0-B9D67CD73FBF}" dt="2024-01-26T08:44:14.317" v="28" actId="34135"/>
            <ac:picMkLst>
              <pc:docMk/>
              <pc:sldMasterMk cId="2794186565" sldId="2147483648"/>
              <pc:sldLayoutMk cId="2655560489" sldId="2147483687"/>
              <ac:picMk id="9" creationId="{183A35E2-4E29-555D-CE05-9FB94E4D2F3F}"/>
            </ac:picMkLst>
          </pc:picChg>
        </pc:sldLayoutChg>
        <pc:sldLayoutChg chg="delSp add mod modTransition">
          <pc:chgData name="Balogh András" userId="f5d0a104-4f34-4273-8130-e237954587a6" providerId="ADAL" clId="{8405B9B6-F993-4F6A-92B0-B9D67CD73FBF}" dt="2024-01-26T08:44:31.784" v="35" actId="478"/>
          <pc:sldLayoutMkLst>
            <pc:docMk/>
            <pc:sldMasterMk cId="2794186565" sldId="2147483648"/>
            <pc:sldLayoutMk cId="3691867848" sldId="2147483688"/>
          </pc:sldLayoutMkLst>
          <pc:spChg chg="del">
            <ac:chgData name="Balogh András" userId="f5d0a104-4f34-4273-8130-e237954587a6" providerId="ADAL" clId="{8405B9B6-F993-4F6A-92B0-B9D67CD73FBF}" dt="2024-01-26T08:44:28.284" v="33" actId="478"/>
            <ac:spMkLst>
              <pc:docMk/>
              <pc:sldMasterMk cId="2794186565" sldId="2147483648"/>
              <pc:sldLayoutMk cId="3691867848" sldId="2147483688"/>
              <ac:spMk id="2" creationId="{00000000-0000-0000-0000-000000000000}"/>
            </ac:spMkLst>
          </pc:spChg>
          <pc:spChg chg="del">
            <ac:chgData name="Balogh András" userId="f5d0a104-4f34-4273-8130-e237954587a6" providerId="ADAL" clId="{8405B9B6-F993-4F6A-92B0-B9D67CD73FBF}" dt="2024-01-26T08:44:31.784" v="35" actId="478"/>
            <ac:spMkLst>
              <pc:docMk/>
              <pc:sldMasterMk cId="2794186565" sldId="2147483648"/>
              <pc:sldLayoutMk cId="3691867848" sldId="2147483688"/>
              <ac:spMk id="3" creationId="{00000000-0000-0000-0000-000000000000}"/>
            </ac:spMkLst>
          </pc:spChg>
          <pc:spChg chg="del">
            <ac:chgData name="Balogh András" userId="f5d0a104-4f34-4273-8130-e237954587a6" providerId="ADAL" clId="{8405B9B6-F993-4F6A-92B0-B9D67CD73FBF}" dt="2024-01-26T08:44:30.629" v="34" actId="478"/>
            <ac:spMkLst>
              <pc:docMk/>
              <pc:sldMasterMk cId="2794186565" sldId="2147483648"/>
              <pc:sldLayoutMk cId="3691867848" sldId="2147483688"/>
              <ac:spMk id="4" creationId="{00000000-0000-0000-0000-000000000000}"/>
            </ac:spMkLst>
          </pc:spChg>
        </pc:sldLayoutChg>
        <pc:sldLayoutChg chg="delSp modSp add mod modTransition">
          <pc:chgData name="Balogh András" userId="f5d0a104-4f34-4273-8130-e237954587a6" providerId="ADAL" clId="{8405B9B6-F993-4F6A-92B0-B9D67CD73FBF}" dt="2024-01-26T08:44:54.507" v="40" actId="478"/>
          <pc:sldLayoutMkLst>
            <pc:docMk/>
            <pc:sldMasterMk cId="2794186565" sldId="2147483648"/>
            <pc:sldLayoutMk cId="3194594029" sldId="2147483689"/>
          </pc:sldLayoutMkLst>
          <pc:spChg chg="del">
            <ac:chgData name="Balogh András" userId="f5d0a104-4f34-4273-8130-e237954587a6" providerId="ADAL" clId="{8405B9B6-F993-4F6A-92B0-B9D67CD73FBF}" dt="2024-01-26T08:44:52.311" v="39" actId="478"/>
            <ac:spMkLst>
              <pc:docMk/>
              <pc:sldMasterMk cId="2794186565" sldId="2147483648"/>
              <pc:sldLayoutMk cId="3194594029" sldId="2147483689"/>
              <ac:spMk id="2" creationId="{00000000-0000-0000-0000-000000000000}"/>
            </ac:spMkLst>
          </pc:spChg>
          <pc:spChg chg="del">
            <ac:chgData name="Balogh András" userId="f5d0a104-4f34-4273-8130-e237954587a6" providerId="ADAL" clId="{8405B9B6-F993-4F6A-92B0-B9D67CD73FBF}" dt="2024-01-26T08:44:49.819" v="38" actId="478"/>
            <ac:spMkLst>
              <pc:docMk/>
              <pc:sldMasterMk cId="2794186565" sldId="2147483648"/>
              <pc:sldLayoutMk cId="3194594029" sldId="2147483689"/>
              <ac:spMk id="3" creationId="{00000000-0000-0000-0000-000000000000}"/>
            </ac:spMkLst>
          </pc:spChg>
          <pc:spChg chg="del">
            <ac:chgData name="Balogh András" userId="f5d0a104-4f34-4273-8130-e237954587a6" providerId="ADAL" clId="{8405B9B6-F993-4F6A-92B0-B9D67CD73FBF}" dt="2024-01-26T08:44:54.507" v="40" actId="478"/>
            <ac:spMkLst>
              <pc:docMk/>
              <pc:sldMasterMk cId="2794186565" sldId="2147483648"/>
              <pc:sldLayoutMk cId="3194594029" sldId="2147483689"/>
              <ac:spMk id="4" creationId="{00000000-0000-0000-0000-000000000000}"/>
            </ac:spMkLst>
          </pc:spChg>
          <pc:picChg chg="mod">
            <ac:chgData name="Balogh András" userId="f5d0a104-4f34-4273-8130-e237954587a6" providerId="ADAL" clId="{8405B9B6-F993-4F6A-92B0-B9D67CD73FBF}" dt="2024-01-26T08:44:47.877" v="37" actId="34135"/>
            <ac:picMkLst>
              <pc:docMk/>
              <pc:sldMasterMk cId="2794186565" sldId="2147483648"/>
              <pc:sldLayoutMk cId="3194594029" sldId="2147483689"/>
              <ac:picMk id="10" creationId="{8AFB683E-548A-703E-0F67-4AD8F8494349}"/>
            </ac:picMkLst>
          </pc:picChg>
        </pc:sldLayoutChg>
        <pc:sldLayoutChg chg="delSp modSp add mod modTransition">
          <pc:chgData name="Balogh András" userId="f5d0a104-4f34-4273-8130-e237954587a6" providerId="ADAL" clId="{8405B9B6-F993-4F6A-92B0-B9D67CD73FBF}" dt="2024-01-26T08:45:16.343" v="45" actId="478"/>
          <pc:sldLayoutMkLst>
            <pc:docMk/>
            <pc:sldMasterMk cId="2794186565" sldId="2147483648"/>
            <pc:sldLayoutMk cId="900216615" sldId="2147483690"/>
          </pc:sldLayoutMkLst>
          <pc:spChg chg="del">
            <ac:chgData name="Balogh András" userId="f5d0a104-4f34-4273-8130-e237954587a6" providerId="ADAL" clId="{8405B9B6-F993-4F6A-92B0-B9D67CD73FBF}" dt="2024-01-26T08:45:14.878" v="44" actId="478"/>
            <ac:spMkLst>
              <pc:docMk/>
              <pc:sldMasterMk cId="2794186565" sldId="2147483648"/>
              <pc:sldLayoutMk cId="900216615" sldId="2147483690"/>
              <ac:spMk id="2" creationId="{00000000-0000-0000-0000-000000000000}"/>
            </ac:spMkLst>
          </pc:spChg>
          <pc:spChg chg="del">
            <ac:chgData name="Balogh András" userId="f5d0a104-4f34-4273-8130-e237954587a6" providerId="ADAL" clId="{8405B9B6-F993-4F6A-92B0-B9D67CD73FBF}" dt="2024-01-26T08:45:13.424" v="43" actId="478"/>
            <ac:spMkLst>
              <pc:docMk/>
              <pc:sldMasterMk cId="2794186565" sldId="2147483648"/>
              <pc:sldLayoutMk cId="900216615" sldId="2147483690"/>
              <ac:spMk id="3" creationId="{00000000-0000-0000-0000-000000000000}"/>
            </ac:spMkLst>
          </pc:spChg>
          <pc:spChg chg="del">
            <ac:chgData name="Balogh András" userId="f5d0a104-4f34-4273-8130-e237954587a6" providerId="ADAL" clId="{8405B9B6-F993-4F6A-92B0-B9D67CD73FBF}" dt="2024-01-26T08:45:16.343" v="45" actId="478"/>
            <ac:spMkLst>
              <pc:docMk/>
              <pc:sldMasterMk cId="2794186565" sldId="2147483648"/>
              <pc:sldLayoutMk cId="900216615" sldId="2147483690"/>
              <ac:spMk id="4" creationId="{00000000-0000-0000-0000-000000000000}"/>
            </ac:spMkLst>
          </pc:spChg>
          <pc:picChg chg="mod">
            <ac:chgData name="Balogh András" userId="f5d0a104-4f34-4273-8130-e237954587a6" providerId="ADAL" clId="{8405B9B6-F993-4F6A-92B0-B9D67CD73FBF}" dt="2024-01-26T08:45:09.174" v="42" actId="34135"/>
            <ac:picMkLst>
              <pc:docMk/>
              <pc:sldMasterMk cId="2794186565" sldId="2147483648"/>
              <pc:sldLayoutMk cId="900216615" sldId="2147483690"/>
              <ac:picMk id="9" creationId="{5AEEE17A-64F0-BBA7-3533-1A87E53B4758}"/>
            </ac:picMkLst>
          </pc:pic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u-HU" dirty="0">
                <a:solidFill>
                  <a:srgbClr val="285780"/>
                </a:solidFill>
                <a:latin typeface="Raleway Black" pitchFamily="2" charset="-18"/>
              </a:rPr>
              <a:t>Kördiagram</a:t>
            </a:r>
            <a:endParaRPr lang="en-US" dirty="0">
              <a:solidFill>
                <a:srgbClr val="285780"/>
              </a:solidFill>
              <a:latin typeface="Raleway Black" pitchFamily="2" charset="-18"/>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Munka1!$B$1</c:f>
              <c:strCache>
                <c:ptCount val="1"/>
                <c:pt idx="0">
                  <c:v>Értékesítés</c:v>
                </c:pt>
              </c:strCache>
            </c:strRef>
          </c:tx>
          <c:dPt>
            <c:idx val="0"/>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1-BB92-4E2E-B8AF-353AE58510FB}"/>
              </c:ext>
            </c:extLst>
          </c:dPt>
          <c:dPt>
            <c:idx val="1"/>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3-BB92-4E2E-B8AF-353AE58510FB}"/>
              </c:ext>
            </c:extLst>
          </c:dPt>
          <c:dPt>
            <c:idx val="2"/>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5-BB92-4E2E-B8AF-353AE58510FB}"/>
              </c:ext>
            </c:extLst>
          </c:dPt>
          <c:dPt>
            <c:idx val="3"/>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7-BB92-4E2E-B8AF-353AE58510FB}"/>
              </c:ext>
            </c:extLst>
          </c:dPt>
          <c:cat>
            <c:strRef>
              <c:f>Munka1!$A$2:$A$5</c:f>
              <c:strCache>
                <c:ptCount val="4"/>
                <c:pt idx="0">
                  <c:v>1. negyedév</c:v>
                </c:pt>
                <c:pt idx="1">
                  <c:v>2. negyedév</c:v>
                </c:pt>
                <c:pt idx="2">
                  <c:v>3. negyedév</c:v>
                </c:pt>
                <c:pt idx="3">
                  <c:v>4. negyedév</c:v>
                </c:pt>
              </c:strCache>
            </c:strRef>
          </c:cat>
          <c:val>
            <c:numRef>
              <c:f>Munka1!$B$2:$B$5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0EA9-4EBA-9B1D-B203608ED20C}"/>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IBM Plex Serif Light" panose="02060403050406000203" pitchFamily="18" charset="-18"/>
              <a:ea typeface="+mn-ea"/>
              <a:cs typeface="+mn-cs"/>
            </a:defRPr>
          </a:pPr>
          <a:endParaRPr lang="hu-HU"/>
        </a:p>
      </c:txPr>
    </c:legend>
    <c:plotVisOnly val="1"/>
    <c:dispBlanksAs val="gap"/>
    <c:showDLblsOverMax val="0"/>
  </c:chart>
  <c:spPr>
    <a:noFill/>
    <a:ln>
      <a:noFill/>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5631CF-AA47-40EE-A679-9EC05043EF12}" type="datetimeFigureOut">
              <a:rPr lang="hu-HU" smtClean="0"/>
              <a:t>2026. 10. 05.</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628D09-6C15-40FE-B399-0368C104917B}" type="slidenum">
              <a:rPr lang="hu-HU" smtClean="0"/>
              <a:t>‹#›</a:t>
            </a:fld>
            <a:endParaRPr lang="hu-HU"/>
          </a:p>
        </p:txBody>
      </p:sp>
    </p:spTree>
    <p:extLst>
      <p:ext uri="{BB962C8B-B14F-4D97-AF65-F5344CB8AC3E}">
        <p14:creationId xmlns:p14="http://schemas.microsoft.com/office/powerpoint/2010/main" val="85162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Címdia">
    <p:spTree>
      <p:nvGrpSpPr>
        <p:cNvPr id="1" name=""/>
        <p:cNvGrpSpPr/>
        <p:nvPr/>
      </p:nvGrpSpPr>
      <p:grpSpPr>
        <a:xfrm>
          <a:off x="0" y="0"/>
          <a:ext cx="0" cy="0"/>
          <a:chOff x="0" y="0"/>
          <a:chExt cx="0" cy="0"/>
        </a:xfrm>
      </p:grpSpPr>
      <p:sp>
        <p:nvSpPr>
          <p:cNvPr id="2" name="Cím 1"/>
          <p:cNvSpPr>
            <a:spLocks noGrp="1"/>
          </p:cNvSpPr>
          <p:nvPr>
            <p:ph type="ctrTitle"/>
          </p:nvPr>
        </p:nvSpPr>
        <p:spPr>
          <a:xfrm>
            <a:off x="1524000" y="1122363"/>
            <a:ext cx="9144000" cy="2387600"/>
          </a:xfrm>
        </p:spPr>
        <p:txBody>
          <a:bodyPr anchor="b"/>
          <a:lstStyle>
            <a:lvl1pPr algn="ctr">
              <a:defRPr sz="6000">
                <a:solidFill>
                  <a:srgbClr val="285780"/>
                </a:solidFill>
                <a:latin typeface="Raleway Black" pitchFamily="2" charset="-18"/>
              </a:defRPr>
            </a:lvl1pPr>
          </a:lstStyle>
          <a:p>
            <a:r>
              <a:rPr lang="hu-HU" dirty="0"/>
              <a:t>Mintacím szerkesztése</a:t>
            </a:r>
          </a:p>
        </p:txBody>
      </p:sp>
      <p:sp>
        <p:nvSpPr>
          <p:cNvPr id="3" name="Alcím 2"/>
          <p:cNvSpPr>
            <a:spLocks noGrp="1"/>
          </p:cNvSpPr>
          <p:nvPr>
            <p:ph type="subTitle" idx="1"/>
          </p:nvPr>
        </p:nvSpPr>
        <p:spPr>
          <a:xfrm>
            <a:off x="1524000" y="3602038"/>
            <a:ext cx="9144000" cy="1655762"/>
          </a:xfrm>
        </p:spPr>
        <p:txBody>
          <a:bodyPr/>
          <a:lstStyle>
            <a:lvl1pPr marL="0" indent="0" algn="ctr">
              <a:buNone/>
              <a:defRPr sz="2400" i="1">
                <a:latin typeface="IBM Plex Serif SemiBold" panose="02060703050406000203" pitchFamily="18"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dirty="0"/>
              <a:t>Kattintson ide az alcím mintájának szerkesztéséhez</a:t>
            </a:r>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pic>
        <p:nvPicPr>
          <p:cNvPr id="10" name="Kép 9" descr="A képen szöveg, Betűtípus, embléma, szimbólum látható&#10;&#10;Automatikusan generált leírás">
            <a:extLst>
              <a:ext uri="{FF2B5EF4-FFF2-40B4-BE49-F238E27FC236}">
                <a16:creationId xmlns:a16="http://schemas.microsoft.com/office/drawing/2014/main" id="{EA8567F7-1405-71E4-F7C0-B7E36206D0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66" y="5882719"/>
            <a:ext cx="2239151" cy="947262"/>
          </a:xfrm>
          <a:prstGeom prst="rect">
            <a:avLst/>
          </a:prstGeom>
        </p:spPr>
      </p:pic>
      <p:sp>
        <p:nvSpPr>
          <p:cNvPr id="7" name="Dátum helye 4">
            <a:extLst>
              <a:ext uri="{FF2B5EF4-FFF2-40B4-BE49-F238E27FC236}">
                <a16:creationId xmlns:a16="http://schemas.microsoft.com/office/drawing/2014/main" id="{A518726E-2CA1-18BF-0E9A-5FCF43A76EAB}"/>
              </a:ext>
            </a:extLst>
          </p:cNvPr>
          <p:cNvSpPr>
            <a:spLocks noGrp="1"/>
          </p:cNvSpPr>
          <p:nvPr>
            <p:ph type="dt" sz="half" idx="10"/>
          </p:nvPr>
        </p:nvSpPr>
        <p:spPr>
          <a:xfrm>
            <a:off x="885825" y="6484614"/>
            <a:ext cx="2743200" cy="365125"/>
          </a:xfrm>
        </p:spPr>
        <p:txBody>
          <a:bodyPr/>
          <a:lstStyle>
            <a:lvl1pPr>
              <a:defRPr baseline="0">
                <a:solidFill>
                  <a:srgbClr val="285780"/>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1468858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Címdia - Projekt">
    <p:bg>
      <p:bgPr>
        <a:solidFill>
          <a:srgbClr val="F0F0F0"/>
        </a:solidFill>
        <a:effectLst/>
      </p:bgPr>
    </p:bg>
    <p:spTree>
      <p:nvGrpSpPr>
        <p:cNvPr id="1" name=""/>
        <p:cNvGrpSpPr/>
        <p:nvPr/>
      </p:nvGrpSpPr>
      <p:grpSpPr>
        <a:xfrm>
          <a:off x="0" y="0"/>
          <a:ext cx="0" cy="0"/>
          <a:chOff x="0" y="0"/>
          <a:chExt cx="0" cy="0"/>
        </a:xfrm>
      </p:grpSpPr>
      <p:sp>
        <p:nvSpPr>
          <p:cNvPr id="2" name="Cím 1"/>
          <p:cNvSpPr>
            <a:spLocks noGrp="1"/>
          </p:cNvSpPr>
          <p:nvPr>
            <p:ph type="ctrTitle"/>
          </p:nvPr>
        </p:nvSpPr>
        <p:spPr>
          <a:xfrm>
            <a:off x="1524000" y="1122363"/>
            <a:ext cx="9144000" cy="2387600"/>
          </a:xfrm>
        </p:spPr>
        <p:txBody>
          <a:bodyPr anchor="b"/>
          <a:lstStyle>
            <a:lvl1pPr algn="ctr">
              <a:defRPr sz="6000">
                <a:solidFill>
                  <a:srgbClr val="285780"/>
                </a:solidFill>
                <a:latin typeface="Raleway Black" pitchFamily="2" charset="-18"/>
              </a:defRPr>
            </a:lvl1pPr>
          </a:lstStyle>
          <a:p>
            <a:r>
              <a:rPr lang="hu-HU" dirty="0"/>
              <a:t>Mintacím szerkesztése</a:t>
            </a:r>
          </a:p>
        </p:txBody>
      </p:sp>
      <p:sp>
        <p:nvSpPr>
          <p:cNvPr id="3" name="Alcím 2"/>
          <p:cNvSpPr>
            <a:spLocks noGrp="1"/>
          </p:cNvSpPr>
          <p:nvPr>
            <p:ph type="subTitle" idx="1"/>
          </p:nvPr>
        </p:nvSpPr>
        <p:spPr>
          <a:xfrm>
            <a:off x="1524000" y="3602038"/>
            <a:ext cx="9144000" cy="1655762"/>
          </a:xfrm>
        </p:spPr>
        <p:txBody>
          <a:bodyPr/>
          <a:lstStyle>
            <a:lvl1pPr marL="0" indent="0" algn="ctr">
              <a:buNone/>
              <a:defRPr sz="2400" i="1">
                <a:latin typeface="IBM Plex Serif SemiBold" panose="02060703050406000203" pitchFamily="18"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dirty="0"/>
              <a:t>Kattintson ide az alcím mintájának szerkesztéséhez</a:t>
            </a:r>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pic>
        <p:nvPicPr>
          <p:cNvPr id="10" name="Kép 9" descr="A képen szöveg, Betűtípus, embléma, szimbólum látható&#10;&#10;Automatikusan generált leírás">
            <a:extLst>
              <a:ext uri="{FF2B5EF4-FFF2-40B4-BE49-F238E27FC236}">
                <a16:creationId xmlns:a16="http://schemas.microsoft.com/office/drawing/2014/main" id="{EA8567F7-1405-71E4-F7C0-B7E36206D0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66" y="5882719"/>
            <a:ext cx="2239151" cy="947262"/>
          </a:xfrm>
          <a:prstGeom prst="rect">
            <a:avLst/>
          </a:prstGeom>
        </p:spPr>
      </p:pic>
      <p:sp>
        <p:nvSpPr>
          <p:cNvPr id="12" name="Dátum helye 4">
            <a:extLst>
              <a:ext uri="{FF2B5EF4-FFF2-40B4-BE49-F238E27FC236}">
                <a16:creationId xmlns:a16="http://schemas.microsoft.com/office/drawing/2014/main" id="{AB41276F-B171-9344-A912-8A02C6AFCAEB}"/>
              </a:ext>
            </a:extLst>
          </p:cNvPr>
          <p:cNvSpPr>
            <a:spLocks noGrp="1"/>
          </p:cNvSpPr>
          <p:nvPr>
            <p:ph type="dt" sz="half" idx="10"/>
          </p:nvPr>
        </p:nvSpPr>
        <p:spPr>
          <a:xfrm>
            <a:off x="885825" y="6484614"/>
            <a:ext cx="2743200" cy="365125"/>
          </a:xfrm>
        </p:spPr>
        <p:txBody>
          <a:bodyPr/>
          <a:lstStyle>
            <a:lvl1pPr>
              <a:defRPr baseline="0">
                <a:solidFill>
                  <a:srgbClr val="285780"/>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2778111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ímdia - Projekt">
    <p:bg>
      <p:bgPr>
        <a:solidFill>
          <a:srgbClr val="F0F0F0"/>
        </a:solidFill>
        <a:effectLst/>
      </p:bgPr>
    </p:bg>
    <p:spTree>
      <p:nvGrpSpPr>
        <p:cNvPr id="1" name=""/>
        <p:cNvGrpSpPr/>
        <p:nvPr/>
      </p:nvGrpSpPr>
      <p:grpSpPr>
        <a:xfrm>
          <a:off x="0" y="0"/>
          <a:ext cx="0" cy="0"/>
          <a:chOff x="0" y="0"/>
          <a:chExt cx="0" cy="0"/>
        </a:xfrm>
      </p:grpSpPr>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pic>
        <p:nvPicPr>
          <p:cNvPr id="10" name="Kép 9" descr="A képen szöveg, Betűtípus, embléma, szimbólum látható&#10;&#10;Automatikusan generált leírás">
            <a:extLst>
              <a:ext uri="{FF2B5EF4-FFF2-40B4-BE49-F238E27FC236}">
                <a16:creationId xmlns:a16="http://schemas.microsoft.com/office/drawing/2014/main" id="{EA8567F7-1405-71E4-F7C0-B7E36206D0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66" y="5882719"/>
            <a:ext cx="2239151" cy="947262"/>
          </a:xfrm>
          <a:prstGeom prst="rect">
            <a:avLst/>
          </a:prstGeom>
        </p:spPr>
      </p:pic>
      <p:sp>
        <p:nvSpPr>
          <p:cNvPr id="12" name="Dátum helye 4">
            <a:extLst>
              <a:ext uri="{FF2B5EF4-FFF2-40B4-BE49-F238E27FC236}">
                <a16:creationId xmlns:a16="http://schemas.microsoft.com/office/drawing/2014/main" id="{AB41276F-B171-9344-A912-8A02C6AFCAEB}"/>
              </a:ext>
            </a:extLst>
          </p:cNvPr>
          <p:cNvSpPr>
            <a:spLocks noGrp="1"/>
          </p:cNvSpPr>
          <p:nvPr>
            <p:ph type="dt" sz="half" idx="10"/>
          </p:nvPr>
        </p:nvSpPr>
        <p:spPr>
          <a:xfrm>
            <a:off x="885825" y="6484614"/>
            <a:ext cx="2743200" cy="365125"/>
          </a:xfrm>
        </p:spPr>
        <p:txBody>
          <a:bodyPr/>
          <a:lstStyle>
            <a:lvl1pPr>
              <a:defRPr baseline="0">
                <a:solidFill>
                  <a:srgbClr val="285780"/>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3783727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ím és tartalom - hullamos">
    <p:spTree>
      <p:nvGrpSpPr>
        <p:cNvPr id="1" name=""/>
        <p:cNvGrpSpPr/>
        <p:nvPr/>
      </p:nvGrpSpPr>
      <p:grpSpPr>
        <a:xfrm>
          <a:off x="0" y="0"/>
          <a:ext cx="0" cy="0"/>
          <a:chOff x="0" y="0"/>
          <a:chExt cx="0" cy="0"/>
        </a:xfrm>
      </p:grpSpPr>
      <p:pic>
        <p:nvPicPr>
          <p:cNvPr id="8" name="Kép 7">
            <a:extLst>
              <a:ext uri="{FF2B5EF4-FFF2-40B4-BE49-F238E27FC236}">
                <a16:creationId xmlns:a16="http://schemas.microsoft.com/office/drawing/2014/main" id="{A7E6E5B5-7703-59F9-F0FD-248807DD290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p:cNvSpPr>
            <a:spLocks noGrp="1"/>
          </p:cNvSpPr>
          <p:nvPr>
            <p:ph type="title"/>
          </p:nvPr>
        </p:nvSpPr>
        <p:spPr/>
        <p:txBody>
          <a:bodyPr>
            <a:norm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r>
              <a:rPr lang="hu-HU" dirty="0"/>
              <a:t>Mintacím szerkesztése</a:t>
            </a:r>
          </a:p>
        </p:txBody>
      </p:sp>
      <p:sp>
        <p:nvSpPr>
          <p:cNvPr id="3" name="Tartalom helye 2"/>
          <p:cNvSpPr>
            <a:spLocks noGrp="1"/>
          </p:cNvSpPr>
          <p:nvPr>
            <p:ph idx="1"/>
          </p:nvPr>
        </p:nvSpPr>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1pPr>
            <a:lvl2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2pPr>
            <a:lvl3pPr marL="742950" indent="-28575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3pPr>
            <a:lvl4pPr marL="228600" indent="-22860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4pPr>
            <a:lvl5pPr marL="228600" indent="-228600" algn="l" defTabSz="914400" rtl="0" eaLnBrk="1" latinLnBrk="0" hangingPunct="1">
              <a:lnSpc>
                <a:spcPct val="90000"/>
              </a:lnSpc>
              <a:spcBef>
                <a:spcPts val="1000"/>
              </a:spcBef>
              <a:buFont typeface="Arial" panose="020B0604020202020204" pitchFamily="34" charset="0"/>
              <a:buChar char="•"/>
              <a:defRPr lang="hu-HU" sz="1000" kern="1200" dirty="0">
                <a:solidFill>
                  <a:schemeClr val="tx1"/>
                </a:solidFill>
                <a:latin typeface="IBM Plex Serif Light" panose="02060403050406000203" pitchFamily="18" charset="-18"/>
                <a:ea typeface="+mn-ea"/>
                <a:cs typeface="+mn-cs"/>
              </a:defRPr>
            </a:lvl5pPr>
            <a:lvl6pPr marL="2286000" indent="0">
              <a:buNone/>
              <a:defRPr lang="hu-HU" sz="1000" kern="1200" dirty="0" smtClean="0">
                <a:solidFill>
                  <a:schemeClr val="tx1"/>
                </a:solidFill>
                <a:latin typeface="IBM Plex Serif Light" panose="02060403050406000203" pitchFamily="18" charset="-18"/>
                <a:ea typeface="+mn-ea"/>
                <a:cs typeface="+mn-cs"/>
              </a:defRPr>
            </a:lvl6pPr>
            <a:lvl7pPr marL="2743200" indent="0">
              <a:buNone/>
              <a:defRPr/>
            </a:lvl7pPr>
          </a:lstStyle>
          <a:p>
            <a:pPr lvl="0"/>
            <a:r>
              <a:rPr lang="hu-HU" dirty="0"/>
              <a:t>Mintaszöveg szerkesztése</a:t>
            </a:r>
          </a:p>
          <a:p>
            <a:pPr marL="685800" lvl="1" indent="-228600" algn="l" defTabSz="914400" rtl="0" eaLnBrk="1" latinLnBrk="0" hangingPunct="1">
              <a:lnSpc>
                <a:spcPct val="90000"/>
              </a:lnSpc>
              <a:spcBef>
                <a:spcPts val="500"/>
              </a:spcBef>
              <a:buFont typeface="Arial" panose="020B0604020202020204" pitchFamily="34" charset="0"/>
              <a:buChar char="•"/>
            </a:pPr>
            <a:r>
              <a:rPr lang="hu-HU" dirty="0"/>
              <a:t>Második szint</a:t>
            </a:r>
          </a:p>
          <a:p>
            <a:pPr lvl="2"/>
            <a:r>
              <a:rPr lang="hu-HU" dirty="0"/>
              <a:t>Harmadik szint</a:t>
            </a:r>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dirty="0"/>
          </a:p>
        </p:txBody>
      </p:sp>
      <p:pic>
        <p:nvPicPr>
          <p:cNvPr id="10" name="Kép 9" descr="A képen szöveg, Betűtípus, embléma, szimbólum látható&#10;&#10;Automatikusan generált leírás">
            <a:extLst>
              <a:ext uri="{FF2B5EF4-FFF2-40B4-BE49-F238E27FC236}">
                <a16:creationId xmlns:a16="http://schemas.microsoft.com/office/drawing/2014/main" id="{CEEA4E7B-1518-40CA-AE66-3719ADFE21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11" name="Dátum helye 4">
            <a:extLst>
              <a:ext uri="{FF2B5EF4-FFF2-40B4-BE49-F238E27FC236}">
                <a16:creationId xmlns:a16="http://schemas.microsoft.com/office/drawing/2014/main" id="{56B4A621-623D-B616-489F-54C042D48DB2}"/>
              </a:ext>
            </a:extLst>
          </p:cNvPr>
          <p:cNvSpPr>
            <a:spLocks noGrp="1"/>
          </p:cNvSpPr>
          <p:nvPr>
            <p:ph type="dt" sz="half" idx="10"/>
          </p:nvPr>
        </p:nvSpPr>
        <p:spPr>
          <a:xfrm>
            <a:off x="981075" y="6427464"/>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236540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ím és tartalom - hullamos">
    <p:spTree>
      <p:nvGrpSpPr>
        <p:cNvPr id="1" name=""/>
        <p:cNvGrpSpPr/>
        <p:nvPr/>
      </p:nvGrpSpPr>
      <p:grpSpPr>
        <a:xfrm>
          <a:off x="0" y="0"/>
          <a:ext cx="0" cy="0"/>
          <a:chOff x="0" y="0"/>
          <a:chExt cx="0" cy="0"/>
        </a:xfrm>
      </p:grpSpPr>
      <p:pic>
        <p:nvPicPr>
          <p:cNvPr id="8" name="Kép 7">
            <a:extLst>
              <a:ext uri="{FF2B5EF4-FFF2-40B4-BE49-F238E27FC236}">
                <a16:creationId xmlns:a16="http://schemas.microsoft.com/office/drawing/2014/main" id="{A7E6E5B5-7703-59F9-F0FD-248807DD290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pic>
        <p:nvPicPr>
          <p:cNvPr id="10" name="Kép 9" descr="A képen szöveg, Betűtípus, embléma, szimbólum látható&#10;&#10;Automatikusan generált leírás">
            <a:extLst>
              <a:ext uri="{FF2B5EF4-FFF2-40B4-BE49-F238E27FC236}">
                <a16:creationId xmlns:a16="http://schemas.microsoft.com/office/drawing/2014/main" id="{CEEA4E7B-1518-40CA-AE66-3719ADFE21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11" name="Dátum helye 4">
            <a:extLst>
              <a:ext uri="{FF2B5EF4-FFF2-40B4-BE49-F238E27FC236}">
                <a16:creationId xmlns:a16="http://schemas.microsoft.com/office/drawing/2014/main" id="{56B4A621-623D-B616-489F-54C042D48DB2}"/>
              </a:ext>
            </a:extLst>
          </p:cNvPr>
          <p:cNvSpPr>
            <a:spLocks noGrp="1"/>
          </p:cNvSpPr>
          <p:nvPr>
            <p:ph type="dt" sz="half" idx="10"/>
          </p:nvPr>
        </p:nvSpPr>
        <p:spPr>
          <a:xfrm>
            <a:off x="981075" y="6427464"/>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3506829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Cím és tartalom">
    <p:spTree>
      <p:nvGrpSpPr>
        <p:cNvPr id="1" name=""/>
        <p:cNvGrpSpPr/>
        <p:nvPr/>
      </p:nvGrpSpPr>
      <p:grpSpPr>
        <a:xfrm>
          <a:off x="0" y="0"/>
          <a:ext cx="0" cy="0"/>
          <a:chOff x="0" y="0"/>
          <a:chExt cx="0" cy="0"/>
        </a:xfrm>
      </p:grpSpPr>
      <p:pic>
        <p:nvPicPr>
          <p:cNvPr id="9" name="Kép 8" descr="A képen képernyőkép látható&#10;&#10;Automatikusan generált leírás">
            <a:extLst>
              <a:ext uri="{FF2B5EF4-FFF2-40B4-BE49-F238E27FC236}">
                <a16:creationId xmlns:a16="http://schemas.microsoft.com/office/drawing/2014/main" id="{ED1B58DE-4290-679F-D159-1060651F26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p:cNvSpPr>
            <a:spLocks noGrp="1"/>
          </p:cNvSpPr>
          <p:nvPr>
            <p:ph type="title"/>
          </p:nvPr>
        </p:nvSpPr>
        <p:spPr/>
        <p:txBody>
          <a:bodyPr>
            <a:norm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r>
              <a:rPr lang="hu-HU" dirty="0"/>
              <a:t>Mintacím szerkesztése</a:t>
            </a:r>
          </a:p>
        </p:txBody>
      </p:sp>
      <p:sp>
        <p:nvSpPr>
          <p:cNvPr id="3" name="Tartalom helye 2"/>
          <p:cNvSpPr>
            <a:spLocks noGrp="1"/>
          </p:cNvSpPr>
          <p:nvPr>
            <p:ph idx="1"/>
          </p:nvPr>
        </p:nvSpPr>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hu-HU" sz="1600" kern="1200" dirty="0" smtClean="0">
                <a:solidFill>
                  <a:schemeClr val="tx1"/>
                </a:solidFill>
                <a:latin typeface="IBM Plex Serif Light" panose="02060403050406000203" pitchFamily="18" charset="-18"/>
                <a:ea typeface="+mn-ea"/>
                <a:cs typeface="+mn-cs"/>
              </a:defRPr>
            </a:lvl1pPr>
            <a:lvl2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2pPr>
            <a:lvl3pPr marL="742950" indent="-28575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3pPr>
            <a:lvl4pPr marL="228600" indent="-22860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4pPr>
            <a:lvl5pPr marL="228600" indent="-228600" algn="l" defTabSz="914400" rtl="0" eaLnBrk="1" latinLnBrk="0" hangingPunct="1">
              <a:lnSpc>
                <a:spcPct val="90000"/>
              </a:lnSpc>
              <a:spcBef>
                <a:spcPts val="1000"/>
              </a:spcBef>
              <a:buFont typeface="Arial" panose="020B0604020202020204" pitchFamily="34" charset="0"/>
              <a:buChar char="•"/>
              <a:defRPr lang="hu-HU" sz="1000" kern="1200" dirty="0">
                <a:solidFill>
                  <a:schemeClr val="tx1"/>
                </a:solidFill>
                <a:latin typeface="IBM Plex Serif Light" panose="02060403050406000203" pitchFamily="18" charset="-18"/>
                <a:ea typeface="+mn-ea"/>
                <a:cs typeface="+mn-cs"/>
              </a:defRPr>
            </a:lvl5pPr>
            <a:lvl6pPr marL="2286000" indent="0">
              <a:buNone/>
              <a:defRPr lang="hu-HU" sz="1000" kern="1200" dirty="0" smtClean="0">
                <a:solidFill>
                  <a:schemeClr val="tx1"/>
                </a:solidFill>
                <a:latin typeface="IBM Plex Serif Light" panose="02060403050406000203" pitchFamily="18" charset="-18"/>
                <a:ea typeface="+mn-ea"/>
                <a:cs typeface="+mn-cs"/>
              </a:defRPr>
            </a:lvl6pPr>
            <a:lvl7pPr marL="2743200" indent="0">
              <a:buNone/>
              <a:defRPr/>
            </a:lvl7pPr>
          </a:lstStyle>
          <a:p>
            <a:pPr lvl="0"/>
            <a:r>
              <a:rPr lang="hu-HU" dirty="0"/>
              <a:t>Mintaszöveg szerkesztése</a:t>
            </a:r>
          </a:p>
          <a:p>
            <a:pPr marL="685800" lvl="1" indent="-228600" algn="l" defTabSz="914400" rtl="0" eaLnBrk="1" latinLnBrk="0" hangingPunct="1">
              <a:lnSpc>
                <a:spcPct val="90000"/>
              </a:lnSpc>
              <a:spcBef>
                <a:spcPts val="500"/>
              </a:spcBef>
              <a:buFont typeface="Arial" panose="020B0604020202020204" pitchFamily="34" charset="0"/>
              <a:buChar char="•"/>
            </a:pPr>
            <a:r>
              <a:rPr lang="hu-HU" dirty="0"/>
              <a:t>Második szint</a:t>
            </a:r>
          </a:p>
          <a:p>
            <a:pPr lvl="2"/>
            <a:r>
              <a:rPr lang="hu-HU" dirty="0"/>
              <a:t>Harmadik szint</a:t>
            </a:r>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pic>
        <p:nvPicPr>
          <p:cNvPr id="10" name="Kép 9" descr="A képen szöveg, Betűtípus, embléma, szimbólum látható&#10;&#10;Automatikusan generált leírás">
            <a:extLst>
              <a:ext uri="{FF2B5EF4-FFF2-40B4-BE49-F238E27FC236}">
                <a16:creationId xmlns:a16="http://schemas.microsoft.com/office/drawing/2014/main" id="{CEEA4E7B-1518-40CA-AE66-3719ADFE21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7" name="Dátum helye 4">
            <a:extLst>
              <a:ext uri="{FF2B5EF4-FFF2-40B4-BE49-F238E27FC236}">
                <a16:creationId xmlns:a16="http://schemas.microsoft.com/office/drawing/2014/main" id="{C273A9AC-0160-9BB6-F89E-8561E20B29C6}"/>
              </a:ext>
            </a:extLst>
          </p:cNvPr>
          <p:cNvSpPr>
            <a:spLocks noGrp="1"/>
          </p:cNvSpPr>
          <p:nvPr>
            <p:ph type="dt" sz="half" idx="10"/>
          </p:nvPr>
        </p:nvSpPr>
        <p:spPr>
          <a:xfrm>
            <a:off x="981075" y="6446514"/>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677824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ím és tartalom">
    <p:spTree>
      <p:nvGrpSpPr>
        <p:cNvPr id="1" name=""/>
        <p:cNvGrpSpPr/>
        <p:nvPr/>
      </p:nvGrpSpPr>
      <p:grpSpPr>
        <a:xfrm>
          <a:off x="0" y="0"/>
          <a:ext cx="0" cy="0"/>
          <a:chOff x="0" y="0"/>
          <a:chExt cx="0" cy="0"/>
        </a:xfrm>
      </p:grpSpPr>
      <p:pic>
        <p:nvPicPr>
          <p:cNvPr id="9" name="Kép 8" descr="A képen képernyőkép látható&#10;&#10;Automatikusan generált leírás">
            <a:extLst>
              <a:ext uri="{FF2B5EF4-FFF2-40B4-BE49-F238E27FC236}">
                <a16:creationId xmlns:a16="http://schemas.microsoft.com/office/drawing/2014/main" id="{ED1B58DE-4290-679F-D159-1060651F26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pic>
        <p:nvPicPr>
          <p:cNvPr id="10" name="Kép 9" descr="A képen szöveg, Betűtípus, embléma, szimbólum látható&#10;&#10;Automatikusan generált leírás">
            <a:extLst>
              <a:ext uri="{FF2B5EF4-FFF2-40B4-BE49-F238E27FC236}">
                <a16:creationId xmlns:a16="http://schemas.microsoft.com/office/drawing/2014/main" id="{CEEA4E7B-1518-40CA-AE66-3719ADFE21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7" name="Dátum helye 4">
            <a:extLst>
              <a:ext uri="{FF2B5EF4-FFF2-40B4-BE49-F238E27FC236}">
                <a16:creationId xmlns:a16="http://schemas.microsoft.com/office/drawing/2014/main" id="{C273A9AC-0160-9BB6-F89E-8561E20B29C6}"/>
              </a:ext>
            </a:extLst>
          </p:cNvPr>
          <p:cNvSpPr>
            <a:spLocks noGrp="1"/>
          </p:cNvSpPr>
          <p:nvPr>
            <p:ph type="dt" sz="half" idx="10"/>
          </p:nvPr>
        </p:nvSpPr>
        <p:spPr>
          <a:xfrm>
            <a:off x="981075" y="6446514"/>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1968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ímdia - Projekt">
    <p:bg>
      <p:bgPr>
        <a:solidFill>
          <a:srgbClr val="F0F0F0"/>
        </a:solidFill>
        <a:effectLst/>
      </p:bgPr>
    </p:bg>
    <p:spTree>
      <p:nvGrpSpPr>
        <p:cNvPr id="1" name=""/>
        <p:cNvGrpSpPr/>
        <p:nvPr/>
      </p:nvGrpSpPr>
      <p:grpSpPr>
        <a:xfrm>
          <a:off x="0" y="0"/>
          <a:ext cx="0" cy="0"/>
          <a:chOff x="0" y="0"/>
          <a:chExt cx="0" cy="0"/>
        </a:xfrm>
      </p:grpSpPr>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pic>
        <p:nvPicPr>
          <p:cNvPr id="10" name="Kép 9" descr="A képen szöveg, Betűtípus, embléma, szimbólum látható&#10;&#10;Automatikusan generált leírás">
            <a:extLst>
              <a:ext uri="{FF2B5EF4-FFF2-40B4-BE49-F238E27FC236}">
                <a16:creationId xmlns:a16="http://schemas.microsoft.com/office/drawing/2014/main" id="{EA8567F7-1405-71E4-F7C0-B7E36206D0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66" y="5882719"/>
            <a:ext cx="2239151" cy="947262"/>
          </a:xfrm>
          <a:prstGeom prst="rect">
            <a:avLst/>
          </a:prstGeom>
        </p:spPr>
      </p:pic>
      <p:sp>
        <p:nvSpPr>
          <p:cNvPr id="12" name="Dátum helye 4">
            <a:extLst>
              <a:ext uri="{FF2B5EF4-FFF2-40B4-BE49-F238E27FC236}">
                <a16:creationId xmlns:a16="http://schemas.microsoft.com/office/drawing/2014/main" id="{AB41276F-B171-9344-A912-8A02C6AFCAEB}"/>
              </a:ext>
            </a:extLst>
          </p:cNvPr>
          <p:cNvSpPr>
            <a:spLocks noGrp="1"/>
          </p:cNvSpPr>
          <p:nvPr>
            <p:ph type="dt" sz="half" idx="10"/>
          </p:nvPr>
        </p:nvSpPr>
        <p:spPr>
          <a:xfrm>
            <a:off x="885825" y="6484614"/>
            <a:ext cx="2743200" cy="365125"/>
          </a:xfrm>
        </p:spPr>
        <p:txBody>
          <a:bodyPr/>
          <a:lstStyle>
            <a:lvl1pPr>
              <a:defRPr baseline="0">
                <a:solidFill>
                  <a:srgbClr val="285780"/>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
        <p:nvSpPr>
          <p:cNvPr id="4" name="Cím 1">
            <a:extLst>
              <a:ext uri="{FF2B5EF4-FFF2-40B4-BE49-F238E27FC236}">
                <a16:creationId xmlns:a16="http://schemas.microsoft.com/office/drawing/2014/main" id="{4FB32C50-2964-0A34-1D89-AF390C32FF66}"/>
              </a:ext>
            </a:extLst>
          </p:cNvPr>
          <p:cNvSpPr>
            <a:spLocks noGrp="1"/>
          </p:cNvSpPr>
          <p:nvPr>
            <p:ph type="title"/>
          </p:nvPr>
        </p:nvSpPr>
        <p:spPr>
          <a:xfrm>
            <a:off x="838200" y="365125"/>
            <a:ext cx="10515600" cy="1325563"/>
          </a:xfrm>
        </p:spPr>
        <p:txBody>
          <a:bodyPr>
            <a:norm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r>
              <a:rPr lang="hu-HU" dirty="0"/>
              <a:t>Mintacím szerkesztése</a:t>
            </a:r>
          </a:p>
        </p:txBody>
      </p:sp>
      <p:sp>
        <p:nvSpPr>
          <p:cNvPr id="7" name="Tartalom helye 2">
            <a:extLst>
              <a:ext uri="{FF2B5EF4-FFF2-40B4-BE49-F238E27FC236}">
                <a16:creationId xmlns:a16="http://schemas.microsoft.com/office/drawing/2014/main" id="{02F941B5-87EC-82E2-3968-A9617F4C290E}"/>
              </a:ext>
            </a:extLst>
          </p:cNvPr>
          <p:cNvSpPr>
            <a:spLocks noGrp="1"/>
          </p:cNvSpPr>
          <p:nvPr>
            <p:ph idx="1"/>
          </p:nvPr>
        </p:nvSpPr>
        <p:spPr>
          <a:xfrm>
            <a:off x="838200" y="1825625"/>
            <a:ext cx="10515600" cy="4351338"/>
          </a:xfr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1pPr>
            <a:lvl2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2pPr>
            <a:lvl3pPr marL="742950" indent="-28575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3pPr>
            <a:lvl4pPr marL="228600" indent="-22860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4pPr>
            <a:lvl5pPr marL="228600" indent="-228600" algn="l" defTabSz="914400" rtl="0" eaLnBrk="1" latinLnBrk="0" hangingPunct="1">
              <a:lnSpc>
                <a:spcPct val="90000"/>
              </a:lnSpc>
              <a:spcBef>
                <a:spcPts val="1000"/>
              </a:spcBef>
              <a:buFont typeface="Arial" panose="020B0604020202020204" pitchFamily="34" charset="0"/>
              <a:buChar char="•"/>
              <a:defRPr lang="hu-HU" sz="1000" kern="1200" dirty="0">
                <a:solidFill>
                  <a:schemeClr val="tx1"/>
                </a:solidFill>
                <a:latin typeface="IBM Plex Serif Light" panose="02060403050406000203" pitchFamily="18" charset="-18"/>
                <a:ea typeface="+mn-ea"/>
                <a:cs typeface="+mn-cs"/>
              </a:defRPr>
            </a:lvl5pPr>
            <a:lvl6pPr marL="2286000" indent="0">
              <a:buNone/>
              <a:defRPr lang="hu-HU" sz="1000" kern="1200" dirty="0" smtClean="0">
                <a:solidFill>
                  <a:schemeClr val="tx1"/>
                </a:solidFill>
                <a:latin typeface="IBM Plex Serif Light" panose="02060403050406000203" pitchFamily="18" charset="-18"/>
                <a:ea typeface="+mn-ea"/>
                <a:cs typeface="+mn-cs"/>
              </a:defRPr>
            </a:lvl6pPr>
            <a:lvl7pPr marL="2743200" indent="0">
              <a:buNone/>
              <a:defRPr/>
            </a:lvl7pPr>
          </a:lstStyle>
          <a:p>
            <a:pPr lvl="0"/>
            <a:r>
              <a:rPr lang="hu-HU" dirty="0"/>
              <a:t>Mintaszöveg szerkesztése</a:t>
            </a:r>
          </a:p>
          <a:p>
            <a:pPr marL="685800" lvl="1" indent="-228600" algn="l" defTabSz="914400" rtl="0" eaLnBrk="1" latinLnBrk="0" hangingPunct="1">
              <a:lnSpc>
                <a:spcPct val="90000"/>
              </a:lnSpc>
              <a:spcBef>
                <a:spcPts val="500"/>
              </a:spcBef>
              <a:buFont typeface="Arial" panose="020B0604020202020204" pitchFamily="34" charset="0"/>
              <a:buChar char="•"/>
            </a:pPr>
            <a:r>
              <a:rPr lang="hu-HU" dirty="0"/>
              <a:t>Második szint</a:t>
            </a:r>
          </a:p>
          <a:p>
            <a:pPr lvl="2"/>
            <a:r>
              <a:rPr lang="hu-HU" dirty="0"/>
              <a:t>Harmadik szint</a:t>
            </a:r>
          </a:p>
        </p:txBody>
      </p:sp>
    </p:spTree>
    <p:extLst>
      <p:ext uri="{BB962C8B-B14F-4D97-AF65-F5344CB8AC3E}">
        <p14:creationId xmlns:p14="http://schemas.microsoft.com/office/powerpoint/2010/main" val="307854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pic>
        <p:nvPicPr>
          <p:cNvPr id="9" name="Kép 8" descr="A képen Grafika látható&#10;&#10;Automatikusan generált leírás">
            <a:extLst>
              <a:ext uri="{FF2B5EF4-FFF2-40B4-BE49-F238E27FC236}">
                <a16:creationId xmlns:a16="http://schemas.microsoft.com/office/drawing/2014/main" id="{183A35E2-4E29-555D-CE05-9FB94E4D2F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Kép 11" descr="A képen szöveg, Betűtípus, embléma, szimbólum látható&#10;&#10;Automatikusan generált leírás">
            <a:extLst>
              <a:ext uri="{FF2B5EF4-FFF2-40B4-BE49-F238E27FC236}">
                <a16:creationId xmlns:a16="http://schemas.microsoft.com/office/drawing/2014/main" id="{A562EDB9-05FD-89C7-7DAB-4FE7D4263F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2" name="Cím 1"/>
          <p:cNvSpPr>
            <a:spLocks noGrp="1"/>
          </p:cNvSpPr>
          <p:nvPr>
            <p:ph type="title"/>
          </p:nvPr>
        </p:nvSpPr>
        <p:spPr>
          <a:xfrm>
            <a:off x="839788" y="457200"/>
            <a:ext cx="3932237" cy="1600200"/>
          </a:xfrm>
        </p:spPr>
        <p:txBody>
          <a:bodyPr anchor="b">
            <a:normAutofit/>
          </a:bodyPr>
          <a:lstStyle>
            <a:lvl1pPr algn="l" defTabSz="914400" rtl="0" eaLnBrk="1" latinLnBrk="0" hangingPunct="1">
              <a:lnSpc>
                <a:spcPct val="90000"/>
              </a:lnSpc>
              <a:spcBef>
                <a:spcPct val="0"/>
              </a:spcBef>
              <a:buNone/>
              <a:defRPr lang="hu-HU" sz="3200" kern="1200" dirty="0">
                <a:solidFill>
                  <a:schemeClr val="bg1"/>
                </a:solidFill>
                <a:latin typeface="Raleway Black" pitchFamily="2" charset="-18"/>
                <a:ea typeface="+mj-ea"/>
                <a:cs typeface="+mj-cs"/>
              </a:defRPr>
            </a:lvl1pPr>
          </a:lstStyle>
          <a:p>
            <a:r>
              <a:rPr lang="hu-HU" dirty="0"/>
              <a:t>Mintacím szerkesztése</a:t>
            </a:r>
          </a:p>
        </p:txBody>
      </p:sp>
      <p:sp>
        <p:nvSpPr>
          <p:cNvPr id="3" name="Kép hely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p:cNvSpPr>
            <a:spLocks noGrp="1"/>
          </p:cNvSpPr>
          <p:nvPr>
            <p:ph type="body" sz="half" idx="2"/>
          </p:nvPr>
        </p:nvSpPr>
        <p:spPr>
          <a:xfrm>
            <a:off x="839788" y="2057400"/>
            <a:ext cx="3932237" cy="3811588"/>
          </a:xfrm>
        </p:spPr>
        <p:txBody>
          <a:bodyPr>
            <a:normAutofit/>
          </a:bodyPr>
          <a:lstStyle>
            <a:lvl1pPr marL="0" indent="0">
              <a:buNone/>
              <a:defRPr lang="hu-HU" sz="1600" kern="1200" dirty="0" smtClean="0">
                <a:solidFill>
                  <a:schemeClr val="bg1"/>
                </a:solidFill>
                <a:latin typeface="IBM Plex Serif Light" panose="02060403050406000203" pitchFamily="18" charset="-18"/>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dirty="0"/>
              <a:t>Mintaszöveg szerkesztése</a:t>
            </a:r>
          </a:p>
        </p:txBody>
      </p:sp>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1788787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Kép képaláírással">
    <p:spTree>
      <p:nvGrpSpPr>
        <p:cNvPr id="1" name=""/>
        <p:cNvGrpSpPr/>
        <p:nvPr/>
      </p:nvGrpSpPr>
      <p:grpSpPr>
        <a:xfrm>
          <a:off x="0" y="0"/>
          <a:ext cx="0" cy="0"/>
          <a:chOff x="0" y="0"/>
          <a:chExt cx="0" cy="0"/>
        </a:xfrm>
      </p:grpSpPr>
      <p:pic>
        <p:nvPicPr>
          <p:cNvPr id="9" name="Kép 8" descr="A képen Grafika látható&#10;&#10;Automatikusan generált leírás">
            <a:extLst>
              <a:ext uri="{FF2B5EF4-FFF2-40B4-BE49-F238E27FC236}">
                <a16:creationId xmlns:a16="http://schemas.microsoft.com/office/drawing/2014/main" id="{183A35E2-4E29-555D-CE05-9FB94E4D2F3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Kép 11" descr="A képen szöveg, Betűtípus, embléma, szimbólum látható&#10;&#10;Automatikusan generált leírás">
            <a:extLst>
              <a:ext uri="{FF2B5EF4-FFF2-40B4-BE49-F238E27FC236}">
                <a16:creationId xmlns:a16="http://schemas.microsoft.com/office/drawing/2014/main" id="{A562EDB9-05FD-89C7-7DAB-4FE7D4263F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2655560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1_Kép képaláírással">
    <p:spTree>
      <p:nvGrpSpPr>
        <p:cNvPr id="1" name=""/>
        <p:cNvGrpSpPr/>
        <p:nvPr/>
      </p:nvGrpSpPr>
      <p:grpSpPr>
        <a:xfrm>
          <a:off x="0" y="0"/>
          <a:ext cx="0" cy="0"/>
          <a:chOff x="0" y="0"/>
          <a:chExt cx="0" cy="0"/>
        </a:xfrm>
      </p:grpSpPr>
      <p:pic>
        <p:nvPicPr>
          <p:cNvPr id="10" name="Kép 9" descr="A képen Acélkék, kék, képernyőkép, tervezés látható&#10;&#10;Automatikusan generált leírás">
            <a:extLst>
              <a:ext uri="{FF2B5EF4-FFF2-40B4-BE49-F238E27FC236}">
                <a16:creationId xmlns:a16="http://schemas.microsoft.com/office/drawing/2014/main" id="{B93A6C44-535C-0FB4-2F1F-9DA7923ABCE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Kép 11" descr="A képen szöveg, Betűtípus, embléma, szimbólum látható&#10;&#10;Automatikusan generált leírás">
            <a:extLst>
              <a:ext uri="{FF2B5EF4-FFF2-40B4-BE49-F238E27FC236}">
                <a16:creationId xmlns:a16="http://schemas.microsoft.com/office/drawing/2014/main" id="{A562EDB9-05FD-89C7-7DAB-4FE7D4263F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2" name="Cím 1"/>
          <p:cNvSpPr>
            <a:spLocks noGrp="1"/>
          </p:cNvSpPr>
          <p:nvPr>
            <p:ph type="title"/>
          </p:nvPr>
        </p:nvSpPr>
        <p:spPr>
          <a:xfrm>
            <a:off x="839788" y="457200"/>
            <a:ext cx="3932237" cy="1600200"/>
          </a:xfrm>
        </p:spPr>
        <p:txBody>
          <a:bodyPr anchor="b">
            <a:normAutofit/>
          </a:bodyPr>
          <a:lstStyle>
            <a:lvl1pPr algn="l" defTabSz="914400" rtl="0" eaLnBrk="1" latinLnBrk="0" hangingPunct="1">
              <a:lnSpc>
                <a:spcPct val="90000"/>
              </a:lnSpc>
              <a:spcBef>
                <a:spcPct val="0"/>
              </a:spcBef>
              <a:buNone/>
              <a:defRPr lang="hu-HU" sz="3200" kern="1200" dirty="0">
                <a:solidFill>
                  <a:schemeClr val="bg1"/>
                </a:solidFill>
                <a:latin typeface="Raleway Black" pitchFamily="2" charset="-18"/>
                <a:ea typeface="+mj-ea"/>
                <a:cs typeface="+mj-cs"/>
              </a:defRPr>
            </a:lvl1pPr>
          </a:lstStyle>
          <a:p>
            <a:r>
              <a:rPr lang="hu-HU" dirty="0"/>
              <a:t>Mintacím szerkesztése</a:t>
            </a:r>
          </a:p>
        </p:txBody>
      </p:sp>
      <p:sp>
        <p:nvSpPr>
          <p:cNvPr id="3" name="Kép hely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p:cNvSpPr>
            <a:spLocks noGrp="1"/>
          </p:cNvSpPr>
          <p:nvPr>
            <p:ph type="body" sz="half" idx="2"/>
          </p:nvPr>
        </p:nvSpPr>
        <p:spPr>
          <a:xfrm>
            <a:off x="839788" y="2057400"/>
            <a:ext cx="3932237" cy="3811588"/>
          </a:xfrm>
        </p:spPr>
        <p:txBody>
          <a:bodyPr>
            <a:normAutofit/>
          </a:bodyPr>
          <a:lstStyle>
            <a:lvl1pPr marL="0" indent="0">
              <a:buNone/>
              <a:defRPr lang="hu-HU" sz="1600" kern="1200" baseline="0" dirty="0" smtClean="0">
                <a:solidFill>
                  <a:schemeClr val="bg1"/>
                </a:solidFill>
                <a:latin typeface="IBM Plex Serif Light" panose="02060403050406000203" pitchFamily="18" charset="-18"/>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dirty="0"/>
              <a:t>Mintaszöveg szerkesztése</a:t>
            </a:r>
          </a:p>
        </p:txBody>
      </p:sp>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2120969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Kép képaláírással">
    <p:spTree>
      <p:nvGrpSpPr>
        <p:cNvPr id="1" name=""/>
        <p:cNvGrpSpPr/>
        <p:nvPr/>
      </p:nvGrpSpPr>
      <p:grpSpPr>
        <a:xfrm>
          <a:off x="0" y="0"/>
          <a:ext cx="0" cy="0"/>
          <a:chOff x="0" y="0"/>
          <a:chExt cx="0" cy="0"/>
        </a:xfrm>
      </p:grpSpPr>
      <p:pic>
        <p:nvPicPr>
          <p:cNvPr id="10" name="Kép 9" descr="A képen Acélkék, kék, képernyőkép, tervezés látható&#10;&#10;Automatikusan generált leírás">
            <a:extLst>
              <a:ext uri="{FF2B5EF4-FFF2-40B4-BE49-F238E27FC236}">
                <a16:creationId xmlns:a16="http://schemas.microsoft.com/office/drawing/2014/main" id="{B93A6C44-535C-0FB4-2F1F-9DA7923ABCE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Kép 11" descr="A képen szöveg, Betűtípus, embléma, szimbólum látható&#10;&#10;Automatikusan generált leírás">
            <a:extLst>
              <a:ext uri="{FF2B5EF4-FFF2-40B4-BE49-F238E27FC236}">
                <a16:creationId xmlns:a16="http://schemas.microsoft.com/office/drawing/2014/main" id="{A562EDB9-05FD-89C7-7DAB-4FE7D4263F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3691867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ímdia - Projekt">
    <p:bg>
      <p:bgPr>
        <a:solidFill>
          <a:srgbClr val="F0F0F0"/>
        </a:solidFill>
        <a:effectLst/>
      </p:bgPr>
    </p:bg>
    <p:spTree>
      <p:nvGrpSpPr>
        <p:cNvPr id="1" name=""/>
        <p:cNvGrpSpPr/>
        <p:nvPr/>
      </p:nvGrpSpPr>
      <p:grpSpPr>
        <a:xfrm>
          <a:off x="0" y="0"/>
          <a:ext cx="0" cy="0"/>
          <a:chOff x="0" y="0"/>
          <a:chExt cx="0" cy="0"/>
        </a:xfrm>
      </p:grpSpPr>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pic>
        <p:nvPicPr>
          <p:cNvPr id="10" name="Kép 9" descr="A képen szöveg, Betűtípus, embléma, szimbólum látható&#10;&#10;Automatikusan generált leírás">
            <a:extLst>
              <a:ext uri="{FF2B5EF4-FFF2-40B4-BE49-F238E27FC236}">
                <a16:creationId xmlns:a16="http://schemas.microsoft.com/office/drawing/2014/main" id="{EA8567F7-1405-71E4-F7C0-B7E36206D0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66" y="5882719"/>
            <a:ext cx="2239151" cy="947262"/>
          </a:xfrm>
          <a:prstGeom prst="rect">
            <a:avLst/>
          </a:prstGeom>
        </p:spPr>
      </p:pic>
      <p:sp>
        <p:nvSpPr>
          <p:cNvPr id="12" name="Dátum helye 4">
            <a:extLst>
              <a:ext uri="{FF2B5EF4-FFF2-40B4-BE49-F238E27FC236}">
                <a16:creationId xmlns:a16="http://schemas.microsoft.com/office/drawing/2014/main" id="{AB41276F-B171-9344-A912-8A02C6AFCAEB}"/>
              </a:ext>
            </a:extLst>
          </p:cNvPr>
          <p:cNvSpPr>
            <a:spLocks noGrp="1"/>
          </p:cNvSpPr>
          <p:nvPr>
            <p:ph type="dt" sz="half" idx="10"/>
          </p:nvPr>
        </p:nvSpPr>
        <p:spPr>
          <a:xfrm>
            <a:off x="885825" y="6484614"/>
            <a:ext cx="2743200" cy="365125"/>
          </a:xfrm>
        </p:spPr>
        <p:txBody>
          <a:bodyPr/>
          <a:lstStyle>
            <a:lvl1pPr>
              <a:defRPr baseline="0">
                <a:solidFill>
                  <a:srgbClr val="285780"/>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
        <p:nvSpPr>
          <p:cNvPr id="3" name="Cím 1">
            <a:extLst>
              <a:ext uri="{FF2B5EF4-FFF2-40B4-BE49-F238E27FC236}">
                <a16:creationId xmlns:a16="http://schemas.microsoft.com/office/drawing/2014/main" id="{761C690E-3DB7-6013-6E73-D44D64823D47}"/>
              </a:ext>
            </a:extLst>
          </p:cNvPr>
          <p:cNvSpPr>
            <a:spLocks noGrp="1"/>
          </p:cNvSpPr>
          <p:nvPr>
            <p:ph type="title"/>
          </p:nvPr>
        </p:nvSpPr>
        <p:spPr>
          <a:xfrm>
            <a:off x="839788" y="457200"/>
            <a:ext cx="3932237" cy="1600200"/>
          </a:xfrm>
        </p:spPr>
        <p:txBody>
          <a:bodyPr anchor="b">
            <a:normAutofit/>
          </a:bodyPr>
          <a:lstStyle>
            <a:lvl1pPr algn="l" defTabSz="914400" rtl="0" eaLnBrk="1" latinLnBrk="0" hangingPunct="1">
              <a:lnSpc>
                <a:spcPct val="90000"/>
              </a:lnSpc>
              <a:spcBef>
                <a:spcPct val="0"/>
              </a:spcBef>
              <a:buNone/>
              <a:defRPr lang="hu-HU" sz="3200" kern="1200" baseline="0" dirty="0">
                <a:solidFill>
                  <a:srgbClr val="285780"/>
                </a:solidFill>
                <a:latin typeface="Raleway Black" pitchFamily="2" charset="-18"/>
                <a:ea typeface="+mj-ea"/>
                <a:cs typeface="+mj-cs"/>
              </a:defRPr>
            </a:lvl1pPr>
          </a:lstStyle>
          <a:p>
            <a:r>
              <a:rPr lang="hu-HU" dirty="0"/>
              <a:t>Mintacím szerkesztése</a:t>
            </a:r>
          </a:p>
        </p:txBody>
      </p:sp>
      <p:sp>
        <p:nvSpPr>
          <p:cNvPr id="8" name="Kép helye 2">
            <a:extLst>
              <a:ext uri="{FF2B5EF4-FFF2-40B4-BE49-F238E27FC236}">
                <a16:creationId xmlns:a16="http://schemas.microsoft.com/office/drawing/2014/main" id="{9B442496-1368-49B9-EE63-1E3210CE09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9" name="Szöveg helye 3">
            <a:extLst>
              <a:ext uri="{FF2B5EF4-FFF2-40B4-BE49-F238E27FC236}">
                <a16:creationId xmlns:a16="http://schemas.microsoft.com/office/drawing/2014/main" id="{666AA8DF-A7A4-D4DA-671D-9B5BAF55150F}"/>
              </a:ext>
            </a:extLst>
          </p:cNvPr>
          <p:cNvSpPr>
            <a:spLocks noGrp="1"/>
          </p:cNvSpPr>
          <p:nvPr>
            <p:ph type="body" sz="half" idx="2"/>
          </p:nvPr>
        </p:nvSpPr>
        <p:spPr>
          <a:xfrm>
            <a:off x="839788" y="2057400"/>
            <a:ext cx="3932237" cy="3811588"/>
          </a:xfrm>
        </p:spPr>
        <p:txBody>
          <a:bodyPr>
            <a:normAutofit/>
          </a:bodyPr>
          <a:lstStyle>
            <a:lvl1pPr marL="0" indent="0">
              <a:buNone/>
              <a:defRPr lang="hu-HU" sz="1600" kern="1200" baseline="0" dirty="0" smtClean="0">
                <a:solidFill>
                  <a:schemeClr val="tx1"/>
                </a:solidFill>
                <a:latin typeface="IBM Plex Serif Light" panose="02060403050406000203" pitchFamily="18" charset="-18"/>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dirty="0"/>
              <a:t>Mintaszöveg szerkesztése</a:t>
            </a:r>
          </a:p>
        </p:txBody>
      </p:sp>
    </p:spTree>
    <p:extLst>
      <p:ext uri="{BB962C8B-B14F-4D97-AF65-F5344CB8AC3E}">
        <p14:creationId xmlns:p14="http://schemas.microsoft.com/office/powerpoint/2010/main" val="1362776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2_Kép képaláírással">
    <p:spTree>
      <p:nvGrpSpPr>
        <p:cNvPr id="1" name=""/>
        <p:cNvGrpSpPr/>
        <p:nvPr/>
      </p:nvGrpSpPr>
      <p:grpSpPr>
        <a:xfrm>
          <a:off x="0" y="0"/>
          <a:ext cx="0" cy="0"/>
          <a:chOff x="0" y="0"/>
          <a:chExt cx="0" cy="0"/>
        </a:xfrm>
      </p:grpSpPr>
      <p:pic>
        <p:nvPicPr>
          <p:cNvPr id="10" name="Kép 9">
            <a:extLst>
              <a:ext uri="{FF2B5EF4-FFF2-40B4-BE49-F238E27FC236}">
                <a16:creationId xmlns:a16="http://schemas.microsoft.com/office/drawing/2014/main" id="{8AFB683E-548A-703E-0F67-4AD8F84943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7" y="-16920"/>
            <a:ext cx="12192000" cy="6858000"/>
          </a:xfrm>
          <a:prstGeom prst="rect">
            <a:avLst/>
          </a:prstGeom>
        </p:spPr>
      </p:pic>
      <p:sp>
        <p:nvSpPr>
          <p:cNvPr id="3" name="Kép helye 2"/>
          <p:cNvSpPr>
            <a:spLocks noGrp="1"/>
          </p:cNvSpPr>
          <p:nvPr>
            <p:ph type="pic" idx="1"/>
          </p:nvPr>
        </p:nvSpPr>
        <p:spPr>
          <a:xfrm>
            <a:off x="839788" y="995363"/>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2" name="Cím 1"/>
          <p:cNvSpPr>
            <a:spLocks noGrp="1"/>
          </p:cNvSpPr>
          <p:nvPr>
            <p:ph type="title"/>
          </p:nvPr>
        </p:nvSpPr>
        <p:spPr>
          <a:xfrm>
            <a:off x="7649296" y="270940"/>
            <a:ext cx="3932237" cy="1600200"/>
          </a:xfrm>
        </p:spPr>
        <p:txBody>
          <a:bodyPr anchor="b">
            <a:normAutofit/>
          </a:bodyPr>
          <a:lstStyle>
            <a:lvl1pPr algn="l" defTabSz="914400" rtl="0" eaLnBrk="1" latinLnBrk="0" hangingPunct="1">
              <a:lnSpc>
                <a:spcPct val="90000"/>
              </a:lnSpc>
              <a:spcBef>
                <a:spcPct val="0"/>
              </a:spcBef>
              <a:buNone/>
              <a:defRPr lang="hu-HU" sz="3200" kern="1200" dirty="0">
                <a:solidFill>
                  <a:schemeClr val="bg1"/>
                </a:solidFill>
                <a:latin typeface="Raleway Black" pitchFamily="2" charset="-18"/>
                <a:ea typeface="+mj-ea"/>
                <a:cs typeface="+mj-cs"/>
              </a:defRPr>
            </a:lvl1pPr>
          </a:lstStyle>
          <a:p>
            <a:r>
              <a:rPr lang="hu-HU" dirty="0"/>
              <a:t>Mintacím szerkesztése</a:t>
            </a:r>
          </a:p>
        </p:txBody>
      </p:sp>
      <p:sp>
        <p:nvSpPr>
          <p:cNvPr id="4" name="Szöveg helye 3"/>
          <p:cNvSpPr>
            <a:spLocks noGrp="1"/>
          </p:cNvSpPr>
          <p:nvPr>
            <p:ph type="body" sz="half" idx="2"/>
          </p:nvPr>
        </p:nvSpPr>
        <p:spPr>
          <a:xfrm>
            <a:off x="7649296" y="2159000"/>
            <a:ext cx="3932237" cy="3811588"/>
          </a:xfrm>
        </p:spPr>
        <p:txBody>
          <a:bodyPr>
            <a:normAutofit/>
          </a:bodyPr>
          <a:lstStyle>
            <a:lvl1pPr marL="0" indent="0">
              <a:buNone/>
              <a:defRPr lang="hu-HU" sz="1600" kern="1200" dirty="0" smtClean="0">
                <a:solidFill>
                  <a:schemeClr val="bg1"/>
                </a:solidFill>
                <a:latin typeface="IBM Plex Serif Light" panose="02060403050406000203" pitchFamily="18" charset="-18"/>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dirty="0"/>
              <a:t>Mintaszöveg szerkesztése</a:t>
            </a:r>
          </a:p>
        </p:txBody>
      </p:sp>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pic>
        <p:nvPicPr>
          <p:cNvPr id="13" name="Kép 12" descr="A képen szöveg, Betűtípus, embléma, szimbólum látható&#10;&#10;Automatikusan generált leírás">
            <a:extLst>
              <a:ext uri="{FF2B5EF4-FFF2-40B4-BE49-F238E27FC236}">
                <a16:creationId xmlns:a16="http://schemas.microsoft.com/office/drawing/2014/main" id="{C2FFEB27-721B-9EE0-1FAD-607F135BEB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58782" y="5740725"/>
            <a:ext cx="2486410" cy="1051864"/>
          </a:xfrm>
          <a:prstGeom prst="rect">
            <a:avLst/>
          </a:prstGeom>
        </p:spPr>
      </p:pic>
    </p:spTree>
    <p:extLst>
      <p:ext uri="{BB962C8B-B14F-4D97-AF65-F5344CB8AC3E}">
        <p14:creationId xmlns:p14="http://schemas.microsoft.com/office/powerpoint/2010/main" val="4034546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Kép képaláírással">
    <p:spTree>
      <p:nvGrpSpPr>
        <p:cNvPr id="1" name=""/>
        <p:cNvGrpSpPr/>
        <p:nvPr/>
      </p:nvGrpSpPr>
      <p:grpSpPr>
        <a:xfrm>
          <a:off x="0" y="0"/>
          <a:ext cx="0" cy="0"/>
          <a:chOff x="0" y="0"/>
          <a:chExt cx="0" cy="0"/>
        </a:xfrm>
      </p:grpSpPr>
      <p:pic>
        <p:nvPicPr>
          <p:cNvPr id="10" name="Kép 9">
            <a:extLst>
              <a:ext uri="{FF2B5EF4-FFF2-40B4-BE49-F238E27FC236}">
                <a16:creationId xmlns:a16="http://schemas.microsoft.com/office/drawing/2014/main" id="{8AFB683E-548A-703E-0F67-4AD8F849434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1587" y="-16920"/>
            <a:ext cx="12192000" cy="6858000"/>
          </a:xfrm>
          <a:prstGeom prst="rect">
            <a:avLst/>
          </a:prstGeom>
        </p:spPr>
      </p:pic>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pic>
        <p:nvPicPr>
          <p:cNvPr id="13" name="Kép 12" descr="A képen szöveg, Betűtípus, embléma, szimbólum látható&#10;&#10;Automatikusan generált leírás">
            <a:extLst>
              <a:ext uri="{FF2B5EF4-FFF2-40B4-BE49-F238E27FC236}">
                <a16:creationId xmlns:a16="http://schemas.microsoft.com/office/drawing/2014/main" id="{C2FFEB27-721B-9EE0-1FAD-607F135BEB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58782" y="5740725"/>
            <a:ext cx="2486410" cy="1051864"/>
          </a:xfrm>
          <a:prstGeom prst="rect">
            <a:avLst/>
          </a:prstGeom>
        </p:spPr>
      </p:pic>
    </p:spTree>
    <p:extLst>
      <p:ext uri="{BB962C8B-B14F-4D97-AF65-F5344CB8AC3E}">
        <p14:creationId xmlns:p14="http://schemas.microsoft.com/office/powerpoint/2010/main" val="3194594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3_Kép képaláírással">
    <p:spTree>
      <p:nvGrpSpPr>
        <p:cNvPr id="1" name=""/>
        <p:cNvGrpSpPr/>
        <p:nvPr/>
      </p:nvGrpSpPr>
      <p:grpSpPr>
        <a:xfrm>
          <a:off x="0" y="0"/>
          <a:ext cx="0" cy="0"/>
          <a:chOff x="0" y="0"/>
          <a:chExt cx="0" cy="0"/>
        </a:xfrm>
      </p:grpSpPr>
      <p:pic>
        <p:nvPicPr>
          <p:cNvPr id="9" name="Kép 8" descr="A képen Acélkék, kék, képernyőkép, zászló látható&#10;&#10;Automatikusan generált leírás">
            <a:extLst>
              <a:ext uri="{FF2B5EF4-FFF2-40B4-BE49-F238E27FC236}">
                <a16:creationId xmlns:a16="http://schemas.microsoft.com/office/drawing/2014/main" id="{5AEEE17A-64F0-BBA7-3533-1A87E53B47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Kép helye 2"/>
          <p:cNvSpPr>
            <a:spLocks noGrp="1"/>
          </p:cNvSpPr>
          <p:nvPr>
            <p:ph type="pic" idx="1"/>
          </p:nvPr>
        </p:nvSpPr>
        <p:spPr>
          <a:xfrm>
            <a:off x="839788" y="995363"/>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2" name="Cím 1"/>
          <p:cNvSpPr>
            <a:spLocks noGrp="1"/>
          </p:cNvSpPr>
          <p:nvPr>
            <p:ph type="title"/>
          </p:nvPr>
        </p:nvSpPr>
        <p:spPr>
          <a:xfrm>
            <a:off x="7635875" y="279400"/>
            <a:ext cx="3932237" cy="1600200"/>
          </a:xfrm>
        </p:spPr>
        <p:txBody>
          <a:bodyPr anchor="b">
            <a:normAutofit/>
          </a:bodyPr>
          <a:lstStyle>
            <a:lvl1pPr algn="l" defTabSz="914400" rtl="0" eaLnBrk="1" latinLnBrk="0" hangingPunct="1">
              <a:lnSpc>
                <a:spcPct val="90000"/>
              </a:lnSpc>
              <a:spcBef>
                <a:spcPct val="0"/>
              </a:spcBef>
              <a:buNone/>
              <a:defRPr lang="hu-HU" sz="3200" kern="1200" dirty="0">
                <a:solidFill>
                  <a:schemeClr val="bg1"/>
                </a:solidFill>
                <a:latin typeface="Raleway Black" pitchFamily="2" charset="-18"/>
                <a:ea typeface="+mj-ea"/>
                <a:cs typeface="+mj-cs"/>
              </a:defRPr>
            </a:lvl1pPr>
          </a:lstStyle>
          <a:p>
            <a:r>
              <a:rPr lang="hu-HU" dirty="0"/>
              <a:t>Mintacím szerkesztése</a:t>
            </a:r>
          </a:p>
        </p:txBody>
      </p:sp>
      <p:sp>
        <p:nvSpPr>
          <p:cNvPr id="4" name="Szöveg helye 3"/>
          <p:cNvSpPr>
            <a:spLocks noGrp="1"/>
          </p:cNvSpPr>
          <p:nvPr>
            <p:ph type="body" sz="half" idx="2"/>
          </p:nvPr>
        </p:nvSpPr>
        <p:spPr>
          <a:xfrm>
            <a:off x="7649296" y="2159000"/>
            <a:ext cx="3932237" cy="3811588"/>
          </a:xfrm>
        </p:spPr>
        <p:txBody>
          <a:bodyPr>
            <a:normAutofit/>
          </a:bodyPr>
          <a:lstStyle>
            <a:lvl1pPr marL="0" indent="0">
              <a:buNone/>
              <a:defRPr lang="hu-HU" sz="1600" kern="1200" dirty="0" smtClean="0">
                <a:solidFill>
                  <a:schemeClr val="bg1"/>
                </a:solidFill>
                <a:latin typeface="IBM Plex Serif Light" panose="02060403050406000203" pitchFamily="18" charset="-18"/>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dirty="0"/>
              <a:t>Mintaszöveg szerkesztése</a:t>
            </a:r>
          </a:p>
        </p:txBody>
      </p:sp>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pic>
        <p:nvPicPr>
          <p:cNvPr id="11" name="Kép 10" descr="A képen szöveg, Betűtípus, embléma, szimbólum látható&#10;&#10;Automatikusan generált leírás">
            <a:extLst>
              <a:ext uri="{FF2B5EF4-FFF2-40B4-BE49-F238E27FC236}">
                <a16:creationId xmlns:a16="http://schemas.microsoft.com/office/drawing/2014/main" id="{D5ED1980-BC28-90CA-17CF-0648199A5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58782" y="5740725"/>
            <a:ext cx="2486410" cy="1051864"/>
          </a:xfrm>
          <a:prstGeom prst="rect">
            <a:avLst/>
          </a:prstGeom>
        </p:spPr>
      </p:pic>
    </p:spTree>
    <p:extLst>
      <p:ext uri="{BB962C8B-B14F-4D97-AF65-F5344CB8AC3E}">
        <p14:creationId xmlns:p14="http://schemas.microsoft.com/office/powerpoint/2010/main" val="321438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Kép képaláírással">
    <p:spTree>
      <p:nvGrpSpPr>
        <p:cNvPr id="1" name=""/>
        <p:cNvGrpSpPr/>
        <p:nvPr/>
      </p:nvGrpSpPr>
      <p:grpSpPr>
        <a:xfrm>
          <a:off x="0" y="0"/>
          <a:ext cx="0" cy="0"/>
          <a:chOff x="0" y="0"/>
          <a:chExt cx="0" cy="0"/>
        </a:xfrm>
      </p:grpSpPr>
      <p:pic>
        <p:nvPicPr>
          <p:cNvPr id="9" name="Kép 8" descr="A képen Acélkék, kék, képernyőkép, zászló látható&#10;&#10;Automatikusan generált leírás">
            <a:extLst>
              <a:ext uri="{FF2B5EF4-FFF2-40B4-BE49-F238E27FC236}">
                <a16:creationId xmlns:a16="http://schemas.microsoft.com/office/drawing/2014/main" id="{5AEEE17A-64F0-BBA7-3533-1A87E53B475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pic>
        <p:nvPicPr>
          <p:cNvPr id="11" name="Kép 10" descr="A képen szöveg, Betűtípus, embléma, szimbólum látható&#10;&#10;Automatikusan generált leírás">
            <a:extLst>
              <a:ext uri="{FF2B5EF4-FFF2-40B4-BE49-F238E27FC236}">
                <a16:creationId xmlns:a16="http://schemas.microsoft.com/office/drawing/2014/main" id="{D5ED1980-BC28-90CA-17CF-0648199A5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58782" y="5740725"/>
            <a:ext cx="2486410" cy="1051864"/>
          </a:xfrm>
          <a:prstGeom prst="rect">
            <a:avLst/>
          </a:prstGeom>
        </p:spPr>
      </p:pic>
    </p:spTree>
    <p:extLst>
      <p:ext uri="{BB962C8B-B14F-4D97-AF65-F5344CB8AC3E}">
        <p14:creationId xmlns:p14="http://schemas.microsoft.com/office/powerpoint/2010/main" val="900216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4_Kép képaláírással">
    <p:spTree>
      <p:nvGrpSpPr>
        <p:cNvPr id="1" name=""/>
        <p:cNvGrpSpPr/>
        <p:nvPr/>
      </p:nvGrpSpPr>
      <p:grpSpPr>
        <a:xfrm>
          <a:off x="0" y="0"/>
          <a:ext cx="0" cy="0"/>
          <a:chOff x="0" y="0"/>
          <a:chExt cx="0" cy="0"/>
        </a:xfrm>
      </p:grpSpPr>
      <p:pic>
        <p:nvPicPr>
          <p:cNvPr id="9" name="Kép 8" descr="A képen Grafika látható&#10;&#10;Automatikusan generált leírás">
            <a:extLst>
              <a:ext uri="{FF2B5EF4-FFF2-40B4-BE49-F238E27FC236}">
                <a16:creationId xmlns:a16="http://schemas.microsoft.com/office/drawing/2014/main" id="{183A35E2-4E29-555D-CE05-9FB94E4D2F3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Kép 11" descr="A képen szöveg, Betűtípus, embléma, szimbólum látható&#10;&#10;Automatikusan generált leírás">
            <a:extLst>
              <a:ext uri="{FF2B5EF4-FFF2-40B4-BE49-F238E27FC236}">
                <a16:creationId xmlns:a16="http://schemas.microsoft.com/office/drawing/2014/main" id="{A562EDB9-05FD-89C7-7DAB-4FE7D4263F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2" name="Cím 1"/>
          <p:cNvSpPr>
            <a:spLocks noGrp="1"/>
          </p:cNvSpPr>
          <p:nvPr>
            <p:ph type="title"/>
          </p:nvPr>
        </p:nvSpPr>
        <p:spPr>
          <a:xfrm>
            <a:off x="6499009" y="187325"/>
            <a:ext cx="4854791" cy="1600200"/>
          </a:xfrm>
        </p:spPr>
        <p:txBody>
          <a:bodyPr anchor="b">
            <a:normAutofit/>
          </a:bodyPr>
          <a:lstStyle>
            <a:lvl1pPr algn="l" defTabSz="914400" rtl="0" eaLnBrk="1" latinLnBrk="0" hangingPunct="1">
              <a:lnSpc>
                <a:spcPct val="90000"/>
              </a:lnSpc>
              <a:spcBef>
                <a:spcPct val="0"/>
              </a:spcBef>
              <a:buNone/>
              <a:defRPr lang="hu-HU" sz="3200" kern="1200" dirty="0">
                <a:solidFill>
                  <a:srgbClr val="285780"/>
                </a:solidFill>
                <a:latin typeface="Raleway Black" pitchFamily="2" charset="-18"/>
                <a:ea typeface="+mj-ea"/>
                <a:cs typeface="+mj-cs"/>
              </a:defRPr>
            </a:lvl1pPr>
          </a:lstStyle>
          <a:p>
            <a:r>
              <a:rPr lang="hu-HU" dirty="0"/>
              <a:t>Mintacím szerkesztése</a:t>
            </a:r>
          </a:p>
        </p:txBody>
      </p:sp>
      <p:sp>
        <p:nvSpPr>
          <p:cNvPr id="3" name="Kép helye 2"/>
          <p:cNvSpPr>
            <a:spLocks noGrp="1"/>
          </p:cNvSpPr>
          <p:nvPr>
            <p:ph type="pic" idx="1"/>
          </p:nvPr>
        </p:nvSpPr>
        <p:spPr>
          <a:xfrm>
            <a:off x="624682" y="987425"/>
            <a:ext cx="524964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p:cNvSpPr>
            <a:spLocks noGrp="1"/>
          </p:cNvSpPr>
          <p:nvPr>
            <p:ph type="body" sz="half" idx="2"/>
          </p:nvPr>
        </p:nvSpPr>
        <p:spPr>
          <a:xfrm>
            <a:off x="6499009" y="2049462"/>
            <a:ext cx="4854791" cy="3811588"/>
          </a:xfrm>
        </p:spPr>
        <p:txBody>
          <a:bodyPr>
            <a:normAutofit/>
          </a:bodyPr>
          <a:lstStyle>
            <a:lvl1pPr marL="0" indent="0">
              <a:buNone/>
              <a:defRPr lang="hu-HU" sz="1600" kern="1200" dirty="0" smtClean="0">
                <a:solidFill>
                  <a:schemeClr val="tx1"/>
                </a:solidFill>
                <a:latin typeface="IBM Plex Serif Light" panose="02060403050406000203" pitchFamily="18" charset="-18"/>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dirty="0"/>
              <a:t>Mintaszöveg szerkesztése</a:t>
            </a:r>
          </a:p>
        </p:txBody>
      </p:sp>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12175999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5_Kép képaláírással">
    <p:spTree>
      <p:nvGrpSpPr>
        <p:cNvPr id="1" name=""/>
        <p:cNvGrpSpPr/>
        <p:nvPr/>
      </p:nvGrpSpPr>
      <p:grpSpPr>
        <a:xfrm>
          <a:off x="0" y="0"/>
          <a:ext cx="0" cy="0"/>
          <a:chOff x="0" y="0"/>
          <a:chExt cx="0" cy="0"/>
        </a:xfrm>
      </p:grpSpPr>
      <p:pic>
        <p:nvPicPr>
          <p:cNvPr id="10" name="Kép 9" descr="A képen Acélkék, kék, képernyőkép, tervezés látható&#10;&#10;Automatikusan generált leírás">
            <a:extLst>
              <a:ext uri="{FF2B5EF4-FFF2-40B4-BE49-F238E27FC236}">
                <a16:creationId xmlns:a16="http://schemas.microsoft.com/office/drawing/2014/main" id="{8647B102-9257-E8ED-1781-D08D545CEF0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Kép 11" descr="A képen szöveg, Betűtípus, embléma, szimbólum látható&#10;&#10;Automatikusan generált leírás">
            <a:extLst>
              <a:ext uri="{FF2B5EF4-FFF2-40B4-BE49-F238E27FC236}">
                <a16:creationId xmlns:a16="http://schemas.microsoft.com/office/drawing/2014/main" id="{A562EDB9-05FD-89C7-7DAB-4FE7D4263F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85" y="5740725"/>
            <a:ext cx="2486410" cy="1051864"/>
          </a:xfrm>
          <a:prstGeom prst="rect">
            <a:avLst/>
          </a:prstGeom>
        </p:spPr>
      </p:pic>
      <p:sp>
        <p:nvSpPr>
          <p:cNvPr id="2" name="Cím 1"/>
          <p:cNvSpPr>
            <a:spLocks noGrp="1"/>
          </p:cNvSpPr>
          <p:nvPr>
            <p:ph type="title"/>
          </p:nvPr>
        </p:nvSpPr>
        <p:spPr>
          <a:xfrm>
            <a:off x="6499009" y="187325"/>
            <a:ext cx="4854791" cy="1600200"/>
          </a:xfrm>
        </p:spPr>
        <p:txBody>
          <a:bodyPr anchor="b">
            <a:normAutofit/>
          </a:bodyPr>
          <a:lstStyle>
            <a:lvl1pPr algn="l" defTabSz="914400" rtl="0" eaLnBrk="1" latinLnBrk="0" hangingPunct="1">
              <a:lnSpc>
                <a:spcPct val="90000"/>
              </a:lnSpc>
              <a:spcBef>
                <a:spcPct val="0"/>
              </a:spcBef>
              <a:buNone/>
              <a:defRPr lang="hu-HU" sz="3200" kern="1200" dirty="0">
                <a:solidFill>
                  <a:srgbClr val="285780"/>
                </a:solidFill>
                <a:latin typeface="Raleway Black" pitchFamily="2" charset="-18"/>
                <a:ea typeface="+mj-ea"/>
                <a:cs typeface="+mj-cs"/>
              </a:defRPr>
            </a:lvl1pPr>
          </a:lstStyle>
          <a:p>
            <a:r>
              <a:rPr lang="hu-HU" dirty="0"/>
              <a:t>Mintacím szerkesztése</a:t>
            </a:r>
          </a:p>
        </p:txBody>
      </p:sp>
      <p:sp>
        <p:nvSpPr>
          <p:cNvPr id="3" name="Kép helye 2"/>
          <p:cNvSpPr>
            <a:spLocks noGrp="1"/>
          </p:cNvSpPr>
          <p:nvPr>
            <p:ph type="pic" idx="1"/>
          </p:nvPr>
        </p:nvSpPr>
        <p:spPr>
          <a:xfrm>
            <a:off x="624682" y="987425"/>
            <a:ext cx="524964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p:cNvSpPr>
            <a:spLocks noGrp="1"/>
          </p:cNvSpPr>
          <p:nvPr>
            <p:ph type="body" sz="half" idx="2"/>
          </p:nvPr>
        </p:nvSpPr>
        <p:spPr>
          <a:xfrm>
            <a:off x="6499009" y="2049462"/>
            <a:ext cx="4854791" cy="3811588"/>
          </a:xfrm>
        </p:spPr>
        <p:txBody>
          <a:bodyPr>
            <a:normAutofit/>
          </a:bodyPr>
          <a:lstStyle>
            <a:lvl1pPr marL="0" indent="0">
              <a:buNone/>
              <a:defRPr lang="hu-HU" sz="1600" kern="1200" dirty="0" smtClean="0">
                <a:solidFill>
                  <a:schemeClr val="tx1"/>
                </a:solidFill>
                <a:latin typeface="IBM Plex Serif Light" panose="02060403050406000203" pitchFamily="18" charset="-18"/>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dirty="0"/>
              <a:t>Mintaszöveg szerkesztése</a:t>
            </a:r>
          </a:p>
        </p:txBody>
      </p:sp>
      <p:sp>
        <p:nvSpPr>
          <p:cNvPr id="6" name="Élőláb helye 5"/>
          <p:cNvSpPr>
            <a:spLocks noGrp="1"/>
          </p:cNvSpPr>
          <p:nvPr>
            <p:ph type="ftr" sz="quarter" idx="11"/>
          </p:nvPr>
        </p:nvSpPr>
        <p:spPr/>
        <p:txBody>
          <a:bodyPr/>
          <a:lstStyle/>
          <a:p>
            <a:endParaRPr lang="hu-HU" dirty="0"/>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dirty="0"/>
          </a:p>
        </p:txBody>
      </p:sp>
      <p:sp>
        <p:nvSpPr>
          <p:cNvPr id="5" name="Dátum helye 4"/>
          <p:cNvSpPr>
            <a:spLocks noGrp="1"/>
          </p:cNvSpPr>
          <p:nvPr>
            <p:ph type="dt" sz="half" idx="10"/>
          </p:nvPr>
        </p:nvSpPr>
        <p:spPr>
          <a:xfrm>
            <a:off x="962025" y="6398889"/>
            <a:ext cx="2743200" cy="365125"/>
          </a:xfrm>
        </p:spPr>
        <p:txBody>
          <a:bodyPr/>
          <a:lstStyle>
            <a:lvl1pPr>
              <a:defRPr baseline="0">
                <a:solidFill>
                  <a:schemeClr val="bg1"/>
                </a:solidFill>
                <a:latin typeface="IBM Plex Serif Light" panose="02060403050406000203" pitchFamily="18" charset="-18"/>
              </a:defRPr>
            </a:lvl1pPr>
          </a:lstStyle>
          <a:p>
            <a:fld id="{19D0CF86-CC41-49B4-AF59-CF46113AE2B5}" type="datetimeFigureOut">
              <a:rPr lang="hu-HU" smtClean="0"/>
              <a:pPr/>
              <a:t>2026. 10. 05.</a:t>
            </a:fld>
            <a:endParaRPr lang="hu-HU" dirty="0"/>
          </a:p>
        </p:txBody>
      </p:sp>
    </p:spTree>
    <p:extLst>
      <p:ext uri="{BB962C8B-B14F-4D97-AF65-F5344CB8AC3E}">
        <p14:creationId xmlns:p14="http://schemas.microsoft.com/office/powerpoint/2010/main" val="7821090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lvl1pPr>
              <a:defRPr lang="hu-HU" sz="4400" kern="1200" dirty="0">
                <a:solidFill>
                  <a:srgbClr val="285780"/>
                </a:solidFill>
                <a:latin typeface="Raleway Black" pitchFamily="2" charset="-18"/>
                <a:ea typeface="+mj-ea"/>
                <a:cs typeface="+mj-cs"/>
              </a:defRPr>
            </a:lvl1pPr>
          </a:lstStyle>
          <a:p>
            <a:r>
              <a:rPr lang="hu-HU" dirty="0"/>
              <a:t>Mintacím szerkesztése</a:t>
            </a:r>
          </a:p>
        </p:txBody>
      </p:sp>
      <p:sp>
        <p:nvSpPr>
          <p:cNvPr id="3" name="Tartalom helye 2"/>
          <p:cNvSpPr>
            <a:spLocks noGrp="1"/>
          </p:cNvSpPr>
          <p:nvPr>
            <p:ph sz="half" idx="1"/>
          </p:nvPr>
        </p:nvSpPr>
        <p:spPr>
          <a:xfrm>
            <a:off x="838200" y="1825625"/>
            <a:ext cx="5181600" cy="4351338"/>
          </a:xfrm>
        </p:spPr>
        <p:txBody>
          <a:bodyPr/>
          <a:lstStyle>
            <a:lvl1pPr>
              <a:defRPr>
                <a:latin typeface="IBM Plex Serif Light" panose="02060403050406000203" pitchFamily="18" charset="-18"/>
              </a:defRPr>
            </a:lvl1pPr>
            <a:lvl2pPr>
              <a:defRPr>
                <a:latin typeface="IBM Plex Serif Light" panose="02060403050406000203" pitchFamily="18" charset="-18"/>
              </a:defRPr>
            </a:lvl2pPr>
            <a:lvl3pPr>
              <a:defRPr>
                <a:latin typeface="IBM Plex Serif Light" panose="02060403050406000203" pitchFamily="18" charset="-18"/>
              </a:defRPr>
            </a:lvl3pPr>
            <a:lvl4pPr>
              <a:defRPr>
                <a:latin typeface="IBM Plex Serif Light" panose="02060403050406000203" pitchFamily="18" charset="-18"/>
              </a:defRPr>
            </a:lvl4pPr>
            <a:lvl5pPr>
              <a:defRPr>
                <a:latin typeface="IBM Plex Serif Light" panose="02060403050406000203" pitchFamily="18" charset="-18"/>
              </a:defRPr>
            </a:lvl5pPr>
          </a:lstStyle>
          <a:p>
            <a:pPr lvl="0"/>
            <a:r>
              <a:rPr lang="hu-HU" dirty="0"/>
              <a:t>Mintaszöveg szerkesztése</a:t>
            </a:r>
          </a:p>
          <a:p>
            <a:pPr lvl="1"/>
            <a:r>
              <a:rPr lang="hu-HU" dirty="0"/>
              <a:t>Második szint</a:t>
            </a:r>
          </a:p>
          <a:p>
            <a:pPr lvl="2"/>
            <a:r>
              <a:rPr lang="hu-HU" dirty="0"/>
              <a:t>Harmadik szint</a:t>
            </a:r>
          </a:p>
          <a:p>
            <a:pPr lvl="3"/>
            <a:r>
              <a:rPr lang="hu-HU" dirty="0"/>
              <a:t>Negyedik szint</a:t>
            </a:r>
          </a:p>
          <a:p>
            <a:pPr lvl="4"/>
            <a:r>
              <a:rPr lang="hu-HU" dirty="0"/>
              <a:t>Ötödik szint</a:t>
            </a:r>
          </a:p>
        </p:txBody>
      </p:sp>
      <p:sp>
        <p:nvSpPr>
          <p:cNvPr id="4" name="Tartalom helye 3"/>
          <p:cNvSpPr>
            <a:spLocks noGrp="1"/>
          </p:cNvSpPr>
          <p:nvPr>
            <p:ph sz="half" idx="2"/>
          </p:nvPr>
        </p:nvSpPr>
        <p:spPr>
          <a:xfrm>
            <a:off x="6172200" y="1825625"/>
            <a:ext cx="5181600" cy="4351338"/>
          </a:xfrm>
        </p:spPr>
        <p:txBody>
          <a:bodyPr/>
          <a:lstStyle>
            <a:lvl1pPr>
              <a:defRPr>
                <a:latin typeface="IBM Plex Serif Light" panose="02060403050406000203" pitchFamily="18" charset="-18"/>
              </a:defRPr>
            </a:lvl1pPr>
            <a:lvl2pPr>
              <a:defRPr>
                <a:latin typeface="IBM Plex Serif Light" panose="02060403050406000203" pitchFamily="18" charset="-18"/>
              </a:defRPr>
            </a:lvl2pPr>
            <a:lvl3pPr>
              <a:defRPr>
                <a:latin typeface="IBM Plex Serif Light" panose="02060403050406000203" pitchFamily="18" charset="-18"/>
              </a:defRPr>
            </a:lvl3pPr>
            <a:lvl4pPr>
              <a:defRPr>
                <a:latin typeface="IBM Plex Serif Light" panose="02060403050406000203" pitchFamily="18" charset="-18"/>
              </a:defRPr>
            </a:lvl4pPr>
            <a:lvl5pPr>
              <a:defRPr>
                <a:latin typeface="IBM Plex Serif Light" panose="02060403050406000203" pitchFamily="18" charset="-18"/>
              </a:defRPr>
            </a:lvl5pPr>
          </a:lstStyle>
          <a:p>
            <a:pPr lvl="0"/>
            <a:r>
              <a:rPr lang="hu-HU" dirty="0"/>
              <a:t>Mintaszöveg szerkesztése</a:t>
            </a:r>
          </a:p>
          <a:p>
            <a:pPr lvl="1"/>
            <a:r>
              <a:rPr lang="hu-HU" dirty="0"/>
              <a:t>Második szint</a:t>
            </a:r>
          </a:p>
          <a:p>
            <a:pPr lvl="2"/>
            <a:r>
              <a:rPr lang="hu-HU" dirty="0"/>
              <a:t>Harmadik szint</a:t>
            </a:r>
          </a:p>
          <a:p>
            <a:pPr lvl="3"/>
            <a:r>
              <a:rPr lang="hu-HU" dirty="0"/>
              <a:t>Negyedik szint</a:t>
            </a:r>
          </a:p>
          <a:p>
            <a:pPr lvl="4"/>
            <a:r>
              <a:rPr lang="hu-HU" dirty="0"/>
              <a:t>Ötödik szint</a:t>
            </a:r>
          </a:p>
        </p:txBody>
      </p:sp>
      <p:sp>
        <p:nvSpPr>
          <p:cNvPr id="5" name="Dátum helye 4"/>
          <p:cNvSpPr>
            <a:spLocks noGrp="1"/>
          </p:cNvSpPr>
          <p:nvPr>
            <p:ph type="dt" sz="half" idx="10"/>
          </p:nvPr>
        </p:nvSpPr>
        <p:spPr/>
        <p:txBody>
          <a:bodyPr/>
          <a:lstStyle/>
          <a:p>
            <a:fld id="{19D0CF86-CC41-49B4-AF59-CF46113AE2B5}" type="datetimeFigureOut">
              <a:rPr lang="hu-HU" smtClean="0"/>
              <a:t>2026. 10. 05.</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03C4967E-1E65-4354-8809-2C921ACD1143}" type="slidenum">
              <a:rPr lang="hu-HU" smtClean="0"/>
              <a:t>‹#›</a:t>
            </a:fld>
            <a:endParaRPr lang="hu-HU"/>
          </a:p>
        </p:txBody>
      </p:sp>
    </p:spTree>
    <p:extLst>
      <p:ext uri="{BB962C8B-B14F-4D97-AF65-F5344CB8AC3E}">
        <p14:creationId xmlns:p14="http://schemas.microsoft.com/office/powerpoint/2010/main" val="29266208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r>
              <a:rPr lang="hu-HU" dirty="0"/>
              <a:t>Mintacím szerkesztése</a:t>
            </a:r>
          </a:p>
        </p:txBody>
      </p:sp>
      <p:sp>
        <p:nvSpPr>
          <p:cNvPr id="3" name="Dátum helye 2"/>
          <p:cNvSpPr>
            <a:spLocks noGrp="1"/>
          </p:cNvSpPr>
          <p:nvPr>
            <p:ph type="dt" sz="half" idx="10"/>
          </p:nvPr>
        </p:nvSpPr>
        <p:spPr/>
        <p:txBody>
          <a:bodyPr/>
          <a:lstStyle/>
          <a:p>
            <a:fld id="{19D0CF86-CC41-49B4-AF59-CF46113AE2B5}" type="datetimeFigureOut">
              <a:rPr lang="hu-HU" smtClean="0"/>
              <a:t>2026. 10. 05.</a:t>
            </a:fld>
            <a:endParaRPr lang="hu-HU"/>
          </a:p>
        </p:txBody>
      </p:sp>
      <p:sp>
        <p:nvSpPr>
          <p:cNvPr id="4" name="Élőláb helye 3"/>
          <p:cNvSpPr>
            <a:spLocks noGrp="1"/>
          </p:cNvSpPr>
          <p:nvPr>
            <p:ph type="ftr" sz="quarter" idx="11"/>
          </p:nvPr>
        </p:nvSpPr>
        <p:spPr/>
        <p:txBody>
          <a:bodyPr/>
          <a:lstStyle/>
          <a:p>
            <a:endParaRPr lang="hu-HU"/>
          </a:p>
        </p:txBody>
      </p:sp>
      <p:sp>
        <p:nvSpPr>
          <p:cNvPr id="5" name="Dia számának helye 4"/>
          <p:cNvSpPr>
            <a:spLocks noGrp="1"/>
          </p:cNvSpPr>
          <p:nvPr>
            <p:ph type="sldNum" sz="quarter" idx="12"/>
          </p:nvPr>
        </p:nvSpPr>
        <p:spPr/>
        <p:txBody>
          <a:bodyPr/>
          <a:lstStyle/>
          <a:p>
            <a:fld id="{03C4967E-1E65-4354-8809-2C921ACD1143}" type="slidenum">
              <a:rPr lang="hu-HU" smtClean="0"/>
              <a:t>‹#›</a:t>
            </a:fld>
            <a:endParaRPr lang="hu-HU"/>
          </a:p>
        </p:txBody>
      </p:sp>
    </p:spTree>
    <p:extLst>
      <p:ext uri="{BB962C8B-B14F-4D97-AF65-F5344CB8AC3E}">
        <p14:creationId xmlns:p14="http://schemas.microsoft.com/office/powerpoint/2010/main" val="3622812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p:cNvSpPr>
            <a:spLocks noGrp="1"/>
          </p:cNvSpPr>
          <p:nvPr>
            <p:ph type="dt" sz="half" idx="10"/>
          </p:nvPr>
        </p:nvSpPr>
        <p:spPr/>
        <p:txBody>
          <a:bodyPr/>
          <a:lstStyle/>
          <a:p>
            <a:fld id="{19D0CF86-CC41-49B4-AF59-CF46113AE2B5}" type="datetimeFigureOut">
              <a:rPr lang="hu-HU" smtClean="0"/>
              <a:t>2026. 10. 05.</a:t>
            </a:fld>
            <a:endParaRPr lang="hu-HU"/>
          </a:p>
        </p:txBody>
      </p:sp>
      <p:sp>
        <p:nvSpPr>
          <p:cNvPr id="3" name="Élőláb helye 2"/>
          <p:cNvSpPr>
            <a:spLocks noGrp="1"/>
          </p:cNvSpPr>
          <p:nvPr>
            <p:ph type="ftr" sz="quarter" idx="11"/>
          </p:nvPr>
        </p:nvSpPr>
        <p:spPr/>
        <p:txBody>
          <a:bodyPr/>
          <a:lstStyle/>
          <a:p>
            <a:endParaRPr lang="hu-HU"/>
          </a:p>
        </p:txBody>
      </p:sp>
      <p:sp>
        <p:nvSpPr>
          <p:cNvPr id="4" name="Dia számának helye 3"/>
          <p:cNvSpPr>
            <a:spLocks noGrp="1"/>
          </p:cNvSpPr>
          <p:nvPr>
            <p:ph type="sldNum" sz="quarter" idx="12"/>
          </p:nvPr>
        </p:nvSpPr>
        <p:spPr/>
        <p:txBody>
          <a:bodyPr/>
          <a:lstStyle/>
          <a:p>
            <a:fld id="{03C4967E-1E65-4354-8809-2C921ACD1143}" type="slidenum">
              <a:rPr lang="hu-HU" smtClean="0"/>
              <a:t>‹#›</a:t>
            </a:fld>
            <a:endParaRPr lang="hu-HU"/>
          </a:p>
        </p:txBody>
      </p:sp>
    </p:spTree>
    <p:extLst>
      <p:ext uri="{BB962C8B-B14F-4D97-AF65-F5344CB8AC3E}">
        <p14:creationId xmlns:p14="http://schemas.microsoft.com/office/powerpoint/2010/main" val="224774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r>
              <a:rPr lang="hu-HU" dirty="0"/>
              <a:t>Mintacím szerkesztése</a:t>
            </a:r>
          </a:p>
        </p:txBody>
      </p:sp>
      <p:sp>
        <p:nvSpPr>
          <p:cNvPr id="3" name="Függőleges szöveg helye 2"/>
          <p:cNvSpPr>
            <a:spLocks noGrp="1"/>
          </p:cNvSpPr>
          <p:nvPr>
            <p:ph type="body" orient="vert" idx="1"/>
          </p:nvPr>
        </p:nvSpPr>
        <p:spPr/>
        <p:txBody>
          <a:bodyPr vert="eaVert"/>
          <a:lstStyle>
            <a:lvl1pPr>
              <a:defRPr>
                <a:latin typeface="IBM Plex Serif Light" panose="02060403050406000203" pitchFamily="18" charset="-18"/>
              </a:defRPr>
            </a:lvl1pPr>
            <a:lvl2pPr>
              <a:defRPr>
                <a:latin typeface="IBM Plex Serif Light" panose="02060403050406000203" pitchFamily="18" charset="-18"/>
              </a:defRPr>
            </a:lvl2pPr>
            <a:lvl3pPr>
              <a:defRPr>
                <a:latin typeface="IBM Plex Serif Light" panose="02060403050406000203" pitchFamily="18" charset="-18"/>
              </a:defRPr>
            </a:lvl3pPr>
            <a:lvl4pPr>
              <a:defRPr>
                <a:latin typeface="IBM Plex Serif Light" panose="02060403050406000203" pitchFamily="18" charset="-18"/>
              </a:defRPr>
            </a:lvl4pPr>
            <a:lvl5pPr>
              <a:defRPr>
                <a:latin typeface="IBM Plex Serif Light" panose="02060403050406000203" pitchFamily="18" charset="-18"/>
              </a:defRPr>
            </a:lvl5pPr>
          </a:lstStyle>
          <a:p>
            <a:pPr lvl="0"/>
            <a:r>
              <a:rPr lang="hu-HU" dirty="0"/>
              <a:t>Mintaszöveg szerkesztése</a:t>
            </a:r>
          </a:p>
          <a:p>
            <a:pPr lvl="1"/>
            <a:r>
              <a:rPr lang="hu-HU" dirty="0"/>
              <a:t>Második szint</a:t>
            </a:r>
          </a:p>
          <a:p>
            <a:pPr lvl="2"/>
            <a:r>
              <a:rPr lang="hu-HU" dirty="0"/>
              <a:t>Harmadik szint</a:t>
            </a:r>
          </a:p>
          <a:p>
            <a:pPr lvl="3"/>
            <a:r>
              <a:rPr lang="hu-HU" dirty="0"/>
              <a:t>Negyedik szint</a:t>
            </a:r>
          </a:p>
          <a:p>
            <a:pPr lvl="4"/>
            <a:r>
              <a:rPr lang="hu-HU" dirty="0"/>
              <a:t>Ötödik szint</a:t>
            </a:r>
          </a:p>
        </p:txBody>
      </p:sp>
      <p:sp>
        <p:nvSpPr>
          <p:cNvPr id="4" name="Dátum helye 3"/>
          <p:cNvSpPr>
            <a:spLocks noGrp="1"/>
          </p:cNvSpPr>
          <p:nvPr>
            <p:ph type="dt" sz="half" idx="10"/>
          </p:nvPr>
        </p:nvSpPr>
        <p:spPr/>
        <p:txBody>
          <a:bodyPr/>
          <a:lstStyle/>
          <a:p>
            <a:fld id="{19D0CF86-CC41-49B4-AF59-CF46113AE2B5}" type="datetimeFigureOut">
              <a:rPr lang="hu-HU" smtClean="0"/>
              <a:t>2026. 10. 05.</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spTree>
    <p:extLst>
      <p:ext uri="{BB962C8B-B14F-4D97-AF65-F5344CB8AC3E}">
        <p14:creationId xmlns:p14="http://schemas.microsoft.com/office/powerpoint/2010/main" val="11325514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8724900" y="365125"/>
            <a:ext cx="2628900" cy="5811838"/>
          </a:xfrm>
        </p:spPr>
        <p:txBody>
          <a:bodyPr vert="eaVert">
            <a:norm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r>
              <a:rPr lang="hu-HU" dirty="0"/>
              <a:t>Mintacím szerkesztése</a:t>
            </a:r>
          </a:p>
        </p:txBody>
      </p:sp>
      <p:sp>
        <p:nvSpPr>
          <p:cNvPr id="3" name="Függőleges szöveg helye 2"/>
          <p:cNvSpPr>
            <a:spLocks noGrp="1"/>
          </p:cNvSpPr>
          <p:nvPr>
            <p:ph type="body" orient="vert" idx="1"/>
          </p:nvPr>
        </p:nvSpPr>
        <p:spPr>
          <a:xfrm>
            <a:off x="838200" y="365125"/>
            <a:ext cx="7734300" cy="5811838"/>
          </a:xfrm>
        </p:spPr>
        <p:txBody>
          <a:bodyPr vert="eaVert"/>
          <a:lstStyle>
            <a:lvl1pPr>
              <a:defRPr>
                <a:latin typeface="IBM Plex Serif Light" panose="02060403050406000203" pitchFamily="18" charset="-18"/>
              </a:defRPr>
            </a:lvl1pPr>
            <a:lvl2pPr>
              <a:defRPr>
                <a:latin typeface="IBM Plex Serif Light" panose="02060403050406000203" pitchFamily="18" charset="-18"/>
              </a:defRPr>
            </a:lvl2pPr>
            <a:lvl3pPr>
              <a:defRPr>
                <a:latin typeface="IBM Plex Serif Light" panose="02060403050406000203" pitchFamily="18" charset="-18"/>
              </a:defRPr>
            </a:lvl3pPr>
            <a:lvl4pPr>
              <a:defRPr>
                <a:latin typeface="IBM Plex Serif Light" panose="02060403050406000203" pitchFamily="18" charset="-18"/>
              </a:defRPr>
            </a:lvl4pPr>
            <a:lvl5pPr>
              <a:defRPr>
                <a:latin typeface="IBM Plex Serif Light" panose="02060403050406000203" pitchFamily="18" charset="-18"/>
              </a:defRPr>
            </a:lvl5pPr>
          </a:lstStyle>
          <a:p>
            <a:pPr lvl="0"/>
            <a:r>
              <a:rPr lang="hu-HU" dirty="0"/>
              <a:t>Mintaszöveg szerkesztése</a:t>
            </a:r>
          </a:p>
          <a:p>
            <a:pPr lvl="1"/>
            <a:r>
              <a:rPr lang="hu-HU" dirty="0"/>
              <a:t>Második szint</a:t>
            </a:r>
          </a:p>
          <a:p>
            <a:pPr lvl="2"/>
            <a:r>
              <a:rPr lang="hu-HU" dirty="0"/>
              <a:t>Harmadik szint</a:t>
            </a:r>
          </a:p>
          <a:p>
            <a:pPr lvl="3"/>
            <a:r>
              <a:rPr lang="hu-HU" dirty="0"/>
              <a:t>Negyedik szint</a:t>
            </a:r>
          </a:p>
          <a:p>
            <a:pPr lvl="4"/>
            <a:r>
              <a:rPr lang="hu-HU" dirty="0"/>
              <a:t>Ötödik szint</a:t>
            </a:r>
          </a:p>
        </p:txBody>
      </p:sp>
      <p:sp>
        <p:nvSpPr>
          <p:cNvPr id="4" name="Dátum helye 3"/>
          <p:cNvSpPr>
            <a:spLocks noGrp="1"/>
          </p:cNvSpPr>
          <p:nvPr>
            <p:ph type="dt" sz="half" idx="10"/>
          </p:nvPr>
        </p:nvSpPr>
        <p:spPr/>
        <p:txBody>
          <a:bodyPr/>
          <a:lstStyle/>
          <a:p>
            <a:fld id="{19D0CF86-CC41-49B4-AF59-CF46113AE2B5}" type="datetimeFigureOut">
              <a:rPr lang="hu-HU" smtClean="0"/>
              <a:t>2026. 10. 05.</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03C4967E-1E65-4354-8809-2C921ACD1143}" type="slidenum">
              <a:rPr lang="hu-HU" smtClean="0"/>
              <a:t>‹#›</a:t>
            </a:fld>
            <a:endParaRPr lang="hu-HU"/>
          </a:p>
        </p:txBody>
      </p:sp>
    </p:spTree>
    <p:extLst>
      <p:ext uri="{BB962C8B-B14F-4D97-AF65-F5344CB8AC3E}">
        <p14:creationId xmlns:p14="http://schemas.microsoft.com/office/powerpoint/2010/main" val="1878799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dirty="0"/>
              <a:t>Mintacím szerkesztése</a:t>
            </a:r>
          </a:p>
        </p:txBody>
      </p:sp>
      <p:sp>
        <p:nvSpPr>
          <p:cNvPr id="3" name="Szöveg hely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dirty="0"/>
              <a:t>Mintaszöveg szerkesztése</a:t>
            </a:r>
          </a:p>
          <a:p>
            <a:pPr lvl="1"/>
            <a:r>
              <a:rPr lang="hu-HU" dirty="0"/>
              <a:t>Második szint</a:t>
            </a:r>
          </a:p>
          <a:p>
            <a:pPr lvl="2"/>
            <a:r>
              <a:rPr lang="hu-HU" dirty="0"/>
              <a:t>Harmadik szint</a:t>
            </a:r>
          </a:p>
          <a:p>
            <a:pPr lvl="3"/>
            <a:r>
              <a:rPr lang="hu-HU" dirty="0"/>
              <a:t>Negyedik szint</a:t>
            </a:r>
          </a:p>
          <a:p>
            <a:pPr lvl="4"/>
            <a:r>
              <a:rPr lang="hu-HU" dirty="0"/>
              <a:t>Ötödik szint</a:t>
            </a:r>
          </a:p>
        </p:txBody>
      </p:sp>
      <p:sp>
        <p:nvSpPr>
          <p:cNvPr id="4" name="Dátum hely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0CF86-CC41-49B4-AF59-CF46113AE2B5}" type="datetimeFigureOut">
              <a:rPr lang="hu-HU" smtClean="0"/>
              <a:t>2026. 10. 05.</a:t>
            </a:fld>
            <a:endParaRPr lang="hu-HU"/>
          </a:p>
        </p:txBody>
      </p:sp>
      <p:sp>
        <p:nvSpPr>
          <p:cNvPr id="5" name="Élőláb hely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u-HU"/>
          </a:p>
        </p:txBody>
      </p:sp>
      <p:sp>
        <p:nvSpPr>
          <p:cNvPr id="6" name="Dia számának hely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C4967E-1E65-4354-8809-2C921ACD1143}" type="slidenum">
              <a:rPr lang="hu-HU" smtClean="0"/>
              <a:pPr/>
              <a:t>‹#›</a:t>
            </a:fld>
            <a:r>
              <a:rPr lang="hu-HU" dirty="0"/>
              <a:t>/12</a:t>
            </a:r>
          </a:p>
        </p:txBody>
      </p:sp>
    </p:spTree>
    <p:extLst>
      <p:ext uri="{BB962C8B-B14F-4D97-AF65-F5344CB8AC3E}">
        <p14:creationId xmlns:p14="http://schemas.microsoft.com/office/powerpoint/2010/main" val="2794186565"/>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85" r:id="rId3"/>
    <p:sldLayoutId id="2147483650" r:id="rId4"/>
    <p:sldLayoutId id="2147483684" r:id="rId5"/>
    <p:sldLayoutId id="2147483675" r:id="rId6"/>
    <p:sldLayoutId id="2147483686" r:id="rId7"/>
    <p:sldLayoutId id="2147483682" r:id="rId8"/>
    <p:sldLayoutId id="2147483657" r:id="rId9"/>
    <p:sldLayoutId id="2147483687" r:id="rId10"/>
    <p:sldLayoutId id="2147483673" r:id="rId11"/>
    <p:sldLayoutId id="2147483688" r:id="rId12"/>
    <p:sldLayoutId id="2147483683" r:id="rId13"/>
    <p:sldLayoutId id="2147483678" r:id="rId14"/>
    <p:sldLayoutId id="2147483689" r:id="rId15"/>
    <p:sldLayoutId id="2147483679" r:id="rId16"/>
    <p:sldLayoutId id="2147483690" r:id="rId17"/>
    <p:sldLayoutId id="2147483680" r:id="rId18"/>
    <p:sldLayoutId id="2147483681" r:id="rId19"/>
    <p:sldLayoutId id="2147483652" r:id="rId20"/>
    <p:sldLayoutId id="2147483654" r:id="rId21"/>
    <p:sldLayoutId id="2147483655" r:id="rId22"/>
    <p:sldLayoutId id="2147483658" r:id="rId23"/>
    <p:sldLayoutId id="2147483659" r:id="rId24"/>
  </p:sldLayoutIdLst>
  <p:txStyles>
    <p:title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erif Light" panose="02060403050406000203" pitchFamily="18" charset="-1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erif Light" panose="02060403050406000203" pitchFamily="18" charset="-1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erif Light" panose="02060403050406000203" pitchFamily="18" charset="-1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1524000" y="1427163"/>
            <a:ext cx="9144000" cy="2387600"/>
          </a:xfrm>
        </p:spPr>
        <p:txBody>
          <a:bodyPr>
            <a:noAutofit/>
          </a:bodyPr>
          <a:lstStyle/>
          <a:p>
            <a:r>
              <a:rPr lang="hu-HU" sz="4800" dirty="0"/>
              <a:t>Asztali futáralkalmazás tervezése és megvalósítása</a:t>
            </a:r>
            <a:endParaRPr lang="hu-HU" sz="4800" dirty="0">
              <a:solidFill>
                <a:srgbClr val="285780"/>
              </a:solidFill>
              <a:latin typeface="Raleway Black" pitchFamily="2" charset="-18"/>
            </a:endParaRPr>
          </a:p>
        </p:txBody>
      </p:sp>
      <p:sp>
        <p:nvSpPr>
          <p:cNvPr id="3" name="Alcím 2"/>
          <p:cNvSpPr>
            <a:spLocks noGrp="1"/>
          </p:cNvSpPr>
          <p:nvPr>
            <p:ph type="subTitle" idx="1"/>
          </p:nvPr>
        </p:nvSpPr>
        <p:spPr>
          <a:xfrm>
            <a:off x="3048000" y="5202238"/>
            <a:ext cx="9144000" cy="1655762"/>
          </a:xfrm>
        </p:spPr>
        <p:txBody>
          <a:bodyPr>
            <a:normAutofit/>
          </a:bodyPr>
          <a:lstStyle/>
          <a:p>
            <a:pPr algn="r"/>
            <a:r>
              <a:rPr lang="hu-HU" sz="1400" i="1" dirty="0">
                <a:solidFill>
                  <a:srgbClr val="285780"/>
                </a:solidFill>
                <a:latin typeface="IBM Plex Serif SemiBold" panose="02060703050406000203" pitchFamily="18" charset="-18"/>
              </a:rPr>
              <a:t>Pannon Egyetem, Veszprém</a:t>
            </a:r>
          </a:p>
          <a:p>
            <a:pPr algn="r"/>
            <a:r>
              <a:rPr lang="hu-HU" sz="1400" dirty="0">
                <a:solidFill>
                  <a:srgbClr val="285780"/>
                </a:solidFill>
              </a:rPr>
              <a:t>Mérnökinformatika </a:t>
            </a:r>
            <a:r>
              <a:rPr lang="hu-HU" sz="1400" dirty="0" err="1">
                <a:solidFill>
                  <a:srgbClr val="285780"/>
                </a:solidFill>
              </a:rPr>
              <a:t>BSc</a:t>
            </a:r>
            <a:r>
              <a:rPr lang="hu-HU" sz="1400" dirty="0">
                <a:solidFill>
                  <a:srgbClr val="285780"/>
                </a:solidFill>
              </a:rPr>
              <a:t>.</a:t>
            </a:r>
          </a:p>
          <a:p>
            <a:pPr algn="r"/>
            <a:r>
              <a:rPr lang="hu-HU" sz="1400" dirty="0">
                <a:solidFill>
                  <a:srgbClr val="285780"/>
                </a:solidFill>
              </a:rPr>
              <a:t>Projektlabor 1.</a:t>
            </a:r>
          </a:p>
          <a:p>
            <a:pPr algn="r"/>
            <a:r>
              <a:rPr lang="hu-HU" sz="1400" dirty="0">
                <a:solidFill>
                  <a:srgbClr val="285780"/>
                </a:solidFill>
              </a:rPr>
              <a:t>Oktató: Tóth Bálint</a:t>
            </a:r>
          </a:p>
          <a:p>
            <a:pPr algn="r"/>
            <a:r>
              <a:rPr lang="hu-HU" sz="1400" dirty="0">
                <a:solidFill>
                  <a:srgbClr val="285780"/>
                </a:solidFill>
              </a:rPr>
              <a:t>Csoport tagjai: Süli Tamás Bence, </a:t>
            </a:r>
            <a:r>
              <a:rPr lang="hu-HU" sz="1400" dirty="0" err="1">
                <a:solidFill>
                  <a:srgbClr val="285780"/>
                </a:solidFill>
              </a:rPr>
              <a:t>Vasmatics</a:t>
            </a:r>
            <a:r>
              <a:rPr lang="hu-HU" sz="1400" dirty="0">
                <a:solidFill>
                  <a:srgbClr val="285780"/>
                </a:solidFill>
              </a:rPr>
              <a:t> Soma, Patkós Boglárka</a:t>
            </a:r>
          </a:p>
          <a:p>
            <a:pPr algn="r"/>
            <a:endParaRPr lang="hu-HU" sz="1400" i="1" dirty="0">
              <a:solidFill>
                <a:srgbClr val="285780"/>
              </a:solidFill>
              <a:latin typeface="IBM Plex Serif SemiBold" panose="02060703050406000203" pitchFamily="18" charset="-18"/>
            </a:endParaRPr>
          </a:p>
        </p:txBody>
      </p:sp>
    </p:spTree>
    <p:extLst>
      <p:ext uri="{BB962C8B-B14F-4D97-AF65-F5344CB8AC3E}">
        <p14:creationId xmlns:p14="http://schemas.microsoft.com/office/powerpoint/2010/main" val="1792444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a:t>Feladat célja</a:t>
            </a:r>
            <a:endParaRPr lang="hu-HU" dirty="0">
              <a:solidFill>
                <a:schemeClr val="bg1"/>
              </a:solidFill>
              <a:latin typeface="Raleway Black" pitchFamily="2" charset="-18"/>
            </a:endParaRPr>
          </a:p>
        </p:txBody>
      </p:sp>
      <p:pic>
        <p:nvPicPr>
          <p:cNvPr id="7" name="Tartalom helye 6"/>
          <p:cNvPicPr>
            <a:picLocks noGrp="1" noChangeAspect="1"/>
          </p:cNvPicPr>
          <p:nvPr>
            <p:ph type="pic" idx="1"/>
          </p:nvPr>
        </p:nvPicPr>
        <p:blipFill>
          <a:blip r:embed="rId3" cstate="print">
            <a:extLst>
              <a:ext uri="{28A0092B-C50C-407E-A947-70E740481C1C}">
                <a14:useLocalDpi xmlns:a14="http://schemas.microsoft.com/office/drawing/2010/main" val="0"/>
              </a:ext>
            </a:extLst>
          </a:blip>
          <a:srcRect l="2572" r="2572"/>
          <a:stretch/>
        </p:blipFill>
        <p:spPr>
          <a:xfrm>
            <a:off x="5180012" y="995363"/>
            <a:ext cx="6172200" cy="4873625"/>
          </a:xfrm>
        </p:spPr>
      </p:pic>
      <p:sp>
        <p:nvSpPr>
          <p:cNvPr id="8" name="Szöveg helye 7">
            <a:extLst>
              <a:ext uri="{FF2B5EF4-FFF2-40B4-BE49-F238E27FC236}">
                <a16:creationId xmlns:a16="http://schemas.microsoft.com/office/drawing/2014/main" id="{CBDB776E-94B1-B9E2-3BFD-3F86AF2EAB1A}"/>
              </a:ext>
            </a:extLst>
          </p:cNvPr>
          <p:cNvSpPr>
            <a:spLocks noGrp="1"/>
          </p:cNvSpPr>
          <p:nvPr>
            <p:ph type="body" sz="half" idx="2"/>
          </p:nvPr>
        </p:nvSpPr>
        <p:spPr/>
        <p:txBody>
          <a:bodyPr>
            <a:normAutofit/>
          </a:bodyPr>
          <a:lstStyle/>
          <a:p>
            <a:pPr>
              <a:lnSpc>
                <a:spcPct val="100000"/>
              </a:lnSpc>
            </a:pPr>
            <a:r>
              <a:rPr lang="hu-HU" i="1" dirty="0">
                <a:latin typeface="IBM Plex Serif SemiBold" panose="02060703050406000203" pitchFamily="18" charset="-18"/>
              </a:rPr>
              <a:t>Elsődleges betűtípusok</a:t>
            </a:r>
          </a:p>
          <a:p>
            <a:pPr>
              <a:lnSpc>
                <a:spcPct val="100000"/>
              </a:lnSpc>
            </a:pPr>
            <a:r>
              <a:rPr lang="hu-HU" sz="1900" dirty="0" err="1">
                <a:latin typeface="Raleway Black" pitchFamily="2" charset="-18"/>
              </a:rPr>
              <a:t>Raleway</a:t>
            </a:r>
            <a:endParaRPr lang="hu-HU" sz="1900" dirty="0">
              <a:latin typeface="Raleway Black" pitchFamily="2" charset="-18"/>
            </a:endParaRPr>
          </a:p>
          <a:p>
            <a:pPr>
              <a:lnSpc>
                <a:spcPct val="100000"/>
              </a:lnSpc>
            </a:pPr>
            <a:r>
              <a:rPr lang="hu-HU" dirty="0"/>
              <a:t>Az arculat egyik fő betűtípusa a </a:t>
            </a:r>
            <a:r>
              <a:rPr lang="hu-HU" dirty="0" err="1"/>
              <a:t>Raleway</a:t>
            </a:r>
            <a:r>
              <a:rPr lang="hu-HU" dirty="0"/>
              <a:t>. </a:t>
            </a:r>
            <a:r>
              <a:rPr lang="hu-HU"/>
              <a:t>melyet </a:t>
            </a:r>
            <a:r>
              <a:rPr lang="hu-HU" dirty="0"/>
              <a:t>címek kontrasztos kiemeléséhez használhatunk.</a:t>
            </a:r>
          </a:p>
          <a:p>
            <a:pPr>
              <a:lnSpc>
                <a:spcPct val="100000"/>
              </a:lnSpc>
            </a:pPr>
            <a:r>
              <a:rPr lang="hu-HU" dirty="0"/>
              <a:t>IBM </a:t>
            </a:r>
            <a:r>
              <a:rPr lang="hu-HU" dirty="0" err="1"/>
              <a:t>Plex</a:t>
            </a:r>
            <a:r>
              <a:rPr lang="hu-HU" dirty="0"/>
              <a:t> Serif</a:t>
            </a:r>
          </a:p>
          <a:p>
            <a:pPr>
              <a:lnSpc>
                <a:spcPct val="100000"/>
              </a:lnSpc>
            </a:pPr>
            <a:r>
              <a:rPr lang="hu-HU" dirty="0"/>
              <a:t>Talpas betűtípusként az IBM </a:t>
            </a:r>
            <a:r>
              <a:rPr lang="hu-HU" dirty="0" err="1"/>
              <a:t>Plex</a:t>
            </a:r>
            <a:r>
              <a:rPr lang="hu-HU" dirty="0"/>
              <a:t> Serif használható folyószövegekhez, illetve az </a:t>
            </a:r>
            <a:r>
              <a:rPr lang="en-US" i="1" dirty="0">
                <a:latin typeface="IBM Plex Serif SemiBold" panose="02060703050406000203" pitchFamily="18" charset="-18"/>
              </a:rPr>
              <a:t>IBM Plex Serif </a:t>
            </a:r>
            <a:r>
              <a:rPr lang="en-US" i="1" dirty="0" err="1">
                <a:latin typeface="IBM Plex Serif SemiBold" panose="02060703050406000203" pitchFamily="18" charset="-18"/>
              </a:rPr>
              <a:t>SemiBold</a:t>
            </a:r>
            <a:r>
              <a:rPr lang="hu-HU" i="1" dirty="0">
                <a:latin typeface="IBM Plex Serif SemiBold" panose="02060703050406000203" pitchFamily="18" charset="-18"/>
              </a:rPr>
              <a:t> </a:t>
            </a:r>
            <a:r>
              <a:rPr lang="en-US" i="1" dirty="0">
                <a:latin typeface="IBM Plex Serif SemiBold" panose="02060703050406000203" pitchFamily="18" charset="-18"/>
              </a:rPr>
              <a:t>Italic</a:t>
            </a:r>
            <a:r>
              <a:rPr lang="hu-HU" i="1" dirty="0">
                <a:latin typeface="IBM Plex Serif SemiBold" panose="02060703050406000203" pitchFamily="18" charset="-18"/>
              </a:rPr>
              <a:t>, </a:t>
            </a:r>
            <a:r>
              <a:rPr lang="hu-HU" dirty="0"/>
              <a:t>mely alcímek írásához ajánlott, megfelelő méret alkalmazásával.</a:t>
            </a:r>
          </a:p>
        </p:txBody>
      </p:sp>
      <p:sp>
        <p:nvSpPr>
          <p:cNvPr id="2" name="Dia számának helye 1">
            <a:extLst>
              <a:ext uri="{FF2B5EF4-FFF2-40B4-BE49-F238E27FC236}">
                <a16:creationId xmlns:a16="http://schemas.microsoft.com/office/drawing/2014/main" id="{F3CA0EA9-13A8-CB91-622B-3B15954F371A}"/>
              </a:ext>
            </a:extLst>
          </p:cNvPr>
          <p:cNvSpPr>
            <a:spLocks noGrp="1"/>
          </p:cNvSpPr>
          <p:nvPr>
            <p:ph type="sldNum" sz="quarter" idx="12"/>
          </p:nvPr>
        </p:nvSpPr>
        <p:spPr/>
        <p:txBody>
          <a:bodyPr/>
          <a:lstStyle/>
          <a:p>
            <a:fld id="{03C4967E-1E65-4354-8809-2C921ACD1143}" type="slidenum">
              <a:rPr lang="hu-HU" smtClean="0"/>
              <a:t>2</a:t>
            </a:fld>
            <a:endParaRPr lang="hu-HU" dirty="0"/>
          </a:p>
        </p:txBody>
      </p:sp>
    </p:spTree>
    <p:extLst>
      <p:ext uri="{BB962C8B-B14F-4D97-AF65-F5344CB8AC3E}">
        <p14:creationId xmlns:p14="http://schemas.microsoft.com/office/powerpoint/2010/main" val="257360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Cím 9"/>
          <p:cNvSpPr>
            <a:spLocks noGrp="1"/>
          </p:cNvSpPr>
          <p:nvPr>
            <p:ph type="title"/>
          </p:nvPr>
        </p:nvSpPr>
        <p:spPr/>
        <p:txBody>
          <a:bodyPr/>
          <a:lstStyle/>
          <a:p>
            <a:r>
              <a:rPr lang="hu-HU" dirty="0" err="1">
                <a:solidFill>
                  <a:schemeClr val="bg1"/>
                </a:solidFill>
                <a:latin typeface="Raleway Black" pitchFamily="2" charset="-18"/>
              </a:rPr>
              <a:t>Tech</a:t>
            </a:r>
            <a:r>
              <a:rPr lang="hu-HU" dirty="0">
                <a:solidFill>
                  <a:schemeClr val="bg1"/>
                </a:solidFill>
                <a:latin typeface="Raleway Black" pitchFamily="2" charset="-18"/>
              </a:rPr>
              <a:t> </a:t>
            </a:r>
            <a:r>
              <a:rPr lang="hu-HU" dirty="0" err="1">
                <a:solidFill>
                  <a:schemeClr val="bg1"/>
                </a:solidFill>
                <a:latin typeface="Raleway Black" pitchFamily="2" charset="-18"/>
              </a:rPr>
              <a:t>stack</a:t>
            </a:r>
            <a:endParaRPr lang="hu-HU" dirty="0">
              <a:solidFill>
                <a:schemeClr val="bg1"/>
              </a:solidFill>
            </a:endParaRPr>
          </a:p>
        </p:txBody>
      </p:sp>
      <p:sp>
        <p:nvSpPr>
          <p:cNvPr id="5" name="Szöveg helye 4">
            <a:extLst>
              <a:ext uri="{FF2B5EF4-FFF2-40B4-BE49-F238E27FC236}">
                <a16:creationId xmlns:a16="http://schemas.microsoft.com/office/drawing/2014/main" id="{65285837-6801-163D-5FC1-ED76174552BD}"/>
              </a:ext>
            </a:extLst>
          </p:cNvPr>
          <p:cNvSpPr>
            <a:spLocks noGrp="1"/>
          </p:cNvSpPr>
          <p:nvPr>
            <p:ph type="body" sz="half" idx="2"/>
          </p:nvPr>
        </p:nvSpPr>
        <p:spPr/>
        <p:txBody>
          <a:bodyPr/>
          <a:lstStyle/>
          <a:p>
            <a:pPr>
              <a:lnSpc>
                <a:spcPct val="100000"/>
              </a:lnSpc>
              <a:spcBef>
                <a:spcPts val="0"/>
              </a:spcBef>
              <a:buClr>
                <a:schemeClr val="dk1"/>
              </a:buClr>
              <a:buSzPts val="1100"/>
            </a:pPr>
            <a:r>
              <a:rPr lang="hu-HU" dirty="0"/>
              <a:t>Python (</a:t>
            </a:r>
            <a:r>
              <a:rPr lang="hu-HU" dirty="0" err="1"/>
              <a:t>CustomTkinter</a:t>
            </a:r>
            <a:r>
              <a:rPr lang="hu-HU" dirty="0"/>
              <a:t>)</a:t>
            </a:r>
          </a:p>
          <a:p>
            <a:pPr>
              <a:lnSpc>
                <a:spcPct val="100000"/>
              </a:lnSpc>
              <a:spcBef>
                <a:spcPts val="0"/>
              </a:spcBef>
              <a:buClr>
                <a:schemeClr val="dk1"/>
              </a:buClr>
              <a:buSzPts val="1100"/>
            </a:pPr>
            <a:r>
              <a:rPr lang="hu-HU" dirty="0" err="1"/>
              <a:t>FastAPI</a:t>
            </a:r>
            <a:endParaRPr lang="hu-HU" dirty="0"/>
          </a:p>
          <a:p>
            <a:pPr>
              <a:lnSpc>
                <a:spcPct val="100000"/>
              </a:lnSpc>
              <a:spcBef>
                <a:spcPts val="0"/>
              </a:spcBef>
              <a:buClr>
                <a:schemeClr val="dk1"/>
              </a:buClr>
              <a:buSzPts val="1100"/>
            </a:pPr>
            <a:r>
              <a:rPr lang="hu-HU" dirty="0" err="1"/>
              <a:t>PostgreSQL</a:t>
            </a:r>
            <a:endParaRPr lang="hu-HU" dirty="0"/>
          </a:p>
          <a:p>
            <a:pPr>
              <a:lnSpc>
                <a:spcPct val="100000"/>
              </a:lnSpc>
              <a:spcBef>
                <a:spcPts val="0"/>
              </a:spcBef>
              <a:buClr>
                <a:schemeClr val="dk1"/>
              </a:buClr>
              <a:buSzPts val="1100"/>
            </a:pPr>
            <a:r>
              <a:rPr lang="hu-HU" dirty="0"/>
              <a:t>Docker</a:t>
            </a:r>
          </a:p>
          <a:p>
            <a:pPr>
              <a:lnSpc>
                <a:spcPct val="100000"/>
              </a:lnSpc>
              <a:spcBef>
                <a:spcPts val="0"/>
              </a:spcBef>
              <a:buClr>
                <a:schemeClr val="dk1"/>
              </a:buClr>
              <a:buSzPts val="1100"/>
            </a:pPr>
            <a:r>
              <a:rPr lang="hu-HU" dirty="0" err="1"/>
              <a:t>SQLalchemy</a:t>
            </a:r>
            <a:endParaRPr lang="hu-HU" dirty="0"/>
          </a:p>
          <a:p>
            <a:pPr>
              <a:lnSpc>
                <a:spcPct val="100000"/>
              </a:lnSpc>
              <a:spcBef>
                <a:spcPts val="0"/>
              </a:spcBef>
              <a:buClr>
                <a:schemeClr val="dk1"/>
              </a:buClr>
              <a:buSzPts val="1100"/>
            </a:pPr>
            <a:r>
              <a:rPr lang="hu-HU" dirty="0" err="1"/>
              <a:t>Uvicorn</a:t>
            </a:r>
            <a:endParaRPr lang="hu-HU" dirty="0"/>
          </a:p>
          <a:p>
            <a:pPr>
              <a:lnSpc>
                <a:spcPct val="100000"/>
              </a:lnSpc>
              <a:spcBef>
                <a:spcPts val="0"/>
              </a:spcBef>
              <a:buClr>
                <a:schemeClr val="dk1"/>
              </a:buClr>
              <a:buSzPts val="1100"/>
            </a:pPr>
            <a:r>
              <a:rPr lang="hu-HU" dirty="0" err="1"/>
              <a:t>Alembic</a:t>
            </a:r>
            <a:endParaRPr lang="hu-HU" dirty="0"/>
          </a:p>
        </p:txBody>
      </p:sp>
      <p:pic>
        <p:nvPicPr>
          <p:cNvPr id="3" name="Kép 2">
            <a:extLst>
              <a:ext uri="{FF2B5EF4-FFF2-40B4-BE49-F238E27FC236}">
                <a16:creationId xmlns:a16="http://schemas.microsoft.com/office/drawing/2014/main" id="{B718B163-116F-B5A3-F74B-3ECF87A118C4}"/>
              </a:ext>
            </a:extLst>
          </p:cNvPr>
          <p:cNvPicPr>
            <a:picLocks noChangeAspect="1"/>
          </p:cNvPicPr>
          <p:nvPr/>
        </p:nvPicPr>
        <p:blipFill>
          <a:blip r:embed="rId3"/>
          <a:srcRect l="6351" t="-489" r="2051" b="489"/>
          <a:stretch>
            <a:fillRect/>
          </a:stretch>
        </p:blipFill>
        <p:spPr>
          <a:xfrm>
            <a:off x="483330" y="1276160"/>
            <a:ext cx="6212438" cy="4305680"/>
          </a:xfrm>
          <a:prstGeom prst="rect">
            <a:avLst/>
          </a:prstGeom>
        </p:spPr>
      </p:pic>
    </p:spTree>
    <p:extLst>
      <p:ext uri="{BB962C8B-B14F-4D97-AF65-F5344CB8AC3E}">
        <p14:creationId xmlns:p14="http://schemas.microsoft.com/office/powerpoint/2010/main" val="4102639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ím 4"/>
          <p:cNvSpPr>
            <a:spLocks noGrp="1"/>
          </p:cNvSpPr>
          <p:nvPr>
            <p:ph type="title"/>
          </p:nvPr>
        </p:nvSpPr>
        <p:spPr/>
        <p:txBody>
          <a:bodyPr/>
          <a:lstStyle/>
          <a:p>
            <a:r>
              <a:rPr lang="hu-HU" dirty="0">
                <a:solidFill>
                  <a:srgbClr val="285780"/>
                </a:solidFill>
                <a:latin typeface="Raleway Black" pitchFamily="2" charset="-18"/>
              </a:rPr>
              <a:t>Funkciók</a:t>
            </a:r>
          </a:p>
        </p:txBody>
      </p:sp>
      <p:pic>
        <p:nvPicPr>
          <p:cNvPr id="16" name="Tartalom helye 15"/>
          <p:cNvPicPr>
            <a:picLocks noGrp="1" noChangeAspect="1"/>
          </p:cNvPicPr>
          <p:nvPr>
            <p:ph type="pic" idx="1"/>
          </p:nvPr>
        </p:nvPicPr>
        <p:blipFill rotWithShape="1">
          <a:blip r:embed="rId3" cstate="print">
            <a:extLst>
              <a:ext uri="{28A0092B-C50C-407E-A947-70E740481C1C}">
                <a14:useLocalDpi xmlns:a14="http://schemas.microsoft.com/office/drawing/2010/main" val="0"/>
              </a:ext>
            </a:extLst>
          </a:blip>
          <a:srcRect l="19711" r="19711"/>
          <a:stretch/>
        </p:blipFill>
        <p:spPr>
          <a:xfrm>
            <a:off x="1047913" y="1099392"/>
            <a:ext cx="4645079" cy="4312363"/>
          </a:xfrm>
        </p:spPr>
      </p:pic>
      <p:sp>
        <p:nvSpPr>
          <p:cNvPr id="3" name="Szöveg helye 2">
            <a:extLst>
              <a:ext uri="{FF2B5EF4-FFF2-40B4-BE49-F238E27FC236}">
                <a16:creationId xmlns:a16="http://schemas.microsoft.com/office/drawing/2014/main" id="{0EB271AC-B7D2-159A-1892-6CD41BA1B862}"/>
              </a:ext>
            </a:extLst>
          </p:cNvPr>
          <p:cNvSpPr>
            <a:spLocks noGrp="1"/>
          </p:cNvSpPr>
          <p:nvPr>
            <p:ph type="body" sz="half" idx="2"/>
          </p:nvPr>
        </p:nvSpPr>
        <p:spPr/>
        <p:txBody>
          <a:bodyPr/>
          <a:lstStyle/>
          <a:p>
            <a:pPr>
              <a:lnSpc>
                <a:spcPct val="100000"/>
              </a:lnSpc>
            </a:pPr>
            <a:r>
              <a:rPr lang="hu-HU" sz="1600" dirty="0">
                <a:solidFill>
                  <a:schemeClr val="tx1">
                    <a:lumMod val="95000"/>
                    <a:lumOff val="5000"/>
                  </a:schemeClr>
                </a:solidFill>
                <a:latin typeface="IBM Plex Serif Light" panose="02060403050406000203" pitchFamily="18" charset="-18"/>
              </a:rPr>
              <a:t>A következőkben példa elrendezéseket találhat a  prezentációja létrehozásához. </a:t>
            </a:r>
          </a:p>
          <a:p>
            <a:pPr>
              <a:lnSpc>
                <a:spcPct val="100000"/>
              </a:lnSpc>
            </a:pPr>
            <a:r>
              <a:rPr lang="hu-HU" sz="1600" dirty="0">
                <a:solidFill>
                  <a:schemeClr val="tx1">
                    <a:lumMod val="95000"/>
                    <a:lumOff val="5000"/>
                  </a:schemeClr>
                </a:solidFill>
                <a:latin typeface="IBM Plex Serif Light" panose="02060403050406000203" pitchFamily="18" charset="-18"/>
              </a:rPr>
              <a:t>Az oldala elrendezését jobb gombbal kattintva az egéren az </a:t>
            </a:r>
            <a:r>
              <a:rPr lang="hu-HU" sz="1600" b="1" dirty="0">
                <a:solidFill>
                  <a:schemeClr val="tx1">
                    <a:lumMod val="95000"/>
                    <a:lumOff val="5000"/>
                  </a:schemeClr>
                </a:solidFill>
                <a:latin typeface="IBM Plex Serif Light" panose="02060403050406000203" pitchFamily="18" charset="-18"/>
              </a:rPr>
              <a:t>elrendezés</a:t>
            </a:r>
            <a:r>
              <a:rPr lang="hu-HU" sz="1600" dirty="0">
                <a:solidFill>
                  <a:schemeClr val="tx1">
                    <a:lumMod val="95000"/>
                    <a:lumOff val="5000"/>
                  </a:schemeClr>
                </a:solidFill>
                <a:latin typeface="IBM Plex Serif Light" panose="02060403050406000203" pitchFamily="18" charset="-18"/>
              </a:rPr>
              <a:t> menüpontban tudja módosítani az előre létrehozott arculatoknak megfelelően.</a:t>
            </a:r>
          </a:p>
          <a:p>
            <a:pPr>
              <a:lnSpc>
                <a:spcPct val="100000"/>
              </a:lnSpc>
            </a:pPr>
            <a:r>
              <a:rPr lang="hu-HU" sz="1600" dirty="0">
                <a:solidFill>
                  <a:schemeClr val="tx1">
                    <a:lumMod val="95000"/>
                    <a:lumOff val="5000"/>
                  </a:schemeClr>
                </a:solidFill>
                <a:latin typeface="IBM Plex Serif Light" panose="02060403050406000203" pitchFamily="18" charset="-18"/>
              </a:rPr>
              <a:t>Az elrendezések a </a:t>
            </a:r>
            <a:r>
              <a:rPr lang="hu-HU" sz="1600" b="1" dirty="0">
                <a:solidFill>
                  <a:schemeClr val="tx1">
                    <a:lumMod val="95000"/>
                    <a:lumOff val="5000"/>
                  </a:schemeClr>
                </a:solidFill>
                <a:latin typeface="IBM Plex Serif Light" panose="02060403050406000203" pitchFamily="18" charset="-18"/>
              </a:rPr>
              <a:t>Nézet</a:t>
            </a:r>
            <a:r>
              <a:rPr lang="hu-HU" sz="1600" dirty="0">
                <a:solidFill>
                  <a:schemeClr val="tx1">
                    <a:lumMod val="95000"/>
                    <a:lumOff val="5000"/>
                  </a:schemeClr>
                </a:solidFill>
                <a:latin typeface="IBM Plex Serif Light" panose="02060403050406000203" pitchFamily="18" charset="-18"/>
              </a:rPr>
              <a:t> menüben a </a:t>
            </a:r>
            <a:r>
              <a:rPr lang="hu-HU" sz="1600" b="1" dirty="0">
                <a:solidFill>
                  <a:schemeClr val="tx1">
                    <a:lumMod val="95000"/>
                    <a:lumOff val="5000"/>
                  </a:schemeClr>
                </a:solidFill>
                <a:latin typeface="IBM Plex Serif Light" panose="02060403050406000203" pitchFamily="18" charset="-18"/>
              </a:rPr>
              <a:t>Diaminta</a:t>
            </a:r>
            <a:r>
              <a:rPr lang="hu-HU" sz="1600" dirty="0">
                <a:solidFill>
                  <a:schemeClr val="tx1">
                    <a:lumMod val="95000"/>
                    <a:lumOff val="5000"/>
                  </a:schemeClr>
                </a:solidFill>
                <a:latin typeface="IBM Plex Serif Light" panose="02060403050406000203" pitchFamily="18" charset="-18"/>
              </a:rPr>
              <a:t> menüpontban módosíthatók, szerkeszthetők.</a:t>
            </a:r>
          </a:p>
          <a:p>
            <a:pPr>
              <a:lnSpc>
                <a:spcPct val="100000"/>
              </a:lnSpc>
            </a:pPr>
            <a:r>
              <a:rPr lang="hu-HU" dirty="0">
                <a:solidFill>
                  <a:schemeClr val="tx1">
                    <a:lumMod val="95000"/>
                    <a:lumOff val="5000"/>
                  </a:schemeClr>
                </a:solidFill>
              </a:rPr>
              <a:t>A fix grafikai elemek, logók, szöveg-elhelyezések is a diamintában szerkeszthetők. </a:t>
            </a:r>
            <a:endParaRPr lang="hu-HU" sz="1600" dirty="0">
              <a:solidFill>
                <a:schemeClr val="tx1">
                  <a:lumMod val="95000"/>
                  <a:lumOff val="5000"/>
                </a:schemeClr>
              </a:solidFill>
              <a:latin typeface="IBM Plex Serif Light" panose="02060403050406000203" pitchFamily="18" charset="-18"/>
            </a:endParaRPr>
          </a:p>
        </p:txBody>
      </p:sp>
    </p:spTree>
    <p:extLst>
      <p:ext uri="{BB962C8B-B14F-4D97-AF65-F5344CB8AC3E}">
        <p14:creationId xmlns:p14="http://schemas.microsoft.com/office/powerpoint/2010/main" val="671919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a:solidFill>
                  <a:srgbClr val="285780"/>
                </a:solidFill>
                <a:latin typeface="Raleway Black" pitchFamily="2" charset="-18"/>
              </a:rPr>
              <a:t>Adatbázis architektúra</a:t>
            </a:r>
          </a:p>
        </p:txBody>
      </p:sp>
      <p:sp>
        <p:nvSpPr>
          <p:cNvPr id="3" name="Szöveg helye 7">
            <a:extLst>
              <a:ext uri="{FF2B5EF4-FFF2-40B4-BE49-F238E27FC236}">
                <a16:creationId xmlns:a16="http://schemas.microsoft.com/office/drawing/2014/main" id="{DA769CEF-231E-203C-102F-DB5D4437E302}"/>
              </a:ext>
            </a:extLst>
          </p:cNvPr>
          <p:cNvSpPr txBox="1">
            <a:spLocks/>
          </p:cNvSpPr>
          <p:nvPr/>
        </p:nvSpPr>
        <p:spPr>
          <a:xfrm>
            <a:off x="923763" y="1690688"/>
            <a:ext cx="4618621" cy="3811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hu-HU" sz="1600" dirty="0">
              <a:latin typeface="IBM Plex Serif Light" panose="02060403050406000203" pitchFamily="18" charset="-18"/>
            </a:endParaRPr>
          </a:p>
        </p:txBody>
      </p:sp>
      <p:pic>
        <p:nvPicPr>
          <p:cNvPr id="8" name="Tartalom helye 7">
            <a:extLst>
              <a:ext uri="{FF2B5EF4-FFF2-40B4-BE49-F238E27FC236}">
                <a16:creationId xmlns:a16="http://schemas.microsoft.com/office/drawing/2014/main" id="{E655D648-23A4-FB7C-1AD7-BA28AE76E580}"/>
              </a:ext>
            </a:extLst>
          </p:cNvPr>
          <p:cNvPicPr>
            <a:picLocks noGrp="1" noChangeAspect="1"/>
          </p:cNvPicPr>
          <p:nvPr>
            <p:ph idx="1"/>
          </p:nvPr>
        </p:nvPicPr>
        <p:blipFill>
          <a:blip r:embed="rId3"/>
          <a:srcRect l="25698" t="26268" r="18894" b="26543"/>
          <a:stretch>
            <a:fillRect/>
          </a:stretch>
        </p:blipFill>
        <p:spPr>
          <a:xfrm>
            <a:off x="542645" y="1690688"/>
            <a:ext cx="11106710" cy="3937952"/>
          </a:xfrm>
          <a:prstGeom prst="rect">
            <a:avLst/>
          </a:prstGeom>
        </p:spPr>
      </p:pic>
    </p:spTree>
    <p:extLst>
      <p:ext uri="{BB962C8B-B14F-4D97-AF65-F5344CB8AC3E}">
        <p14:creationId xmlns:p14="http://schemas.microsoft.com/office/powerpoint/2010/main" val="2577150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F127DC2-6197-9F67-9F2A-9209D0C5F1B3}"/>
              </a:ext>
            </a:extLst>
          </p:cNvPr>
          <p:cNvSpPr>
            <a:spLocks noGrp="1"/>
          </p:cNvSpPr>
          <p:nvPr>
            <p:ph type="title"/>
          </p:nvPr>
        </p:nvSpPr>
        <p:spPr/>
        <p:txBody>
          <a:bodyPr/>
          <a:lstStyle/>
          <a:p>
            <a:r>
              <a:rPr lang="hu-HU" dirty="0"/>
              <a:t>Mérföldkövek</a:t>
            </a:r>
          </a:p>
        </p:txBody>
      </p:sp>
      <p:grpSp>
        <p:nvGrpSpPr>
          <p:cNvPr id="11" name="Csoportba foglalás 10">
            <a:extLst>
              <a:ext uri="{FF2B5EF4-FFF2-40B4-BE49-F238E27FC236}">
                <a16:creationId xmlns:a16="http://schemas.microsoft.com/office/drawing/2014/main" id="{1A2B43E3-06DA-E1BE-D1B4-3841046C4972}"/>
              </a:ext>
            </a:extLst>
          </p:cNvPr>
          <p:cNvGrpSpPr/>
          <p:nvPr/>
        </p:nvGrpSpPr>
        <p:grpSpPr>
          <a:xfrm>
            <a:off x="918035" y="2772545"/>
            <a:ext cx="10015698" cy="1904731"/>
            <a:chOff x="1088151" y="2703844"/>
            <a:chExt cx="10015698" cy="1904731"/>
          </a:xfrm>
        </p:grpSpPr>
        <p:grpSp>
          <p:nvGrpSpPr>
            <p:cNvPr id="4" name="Google Shape;4108;p83">
              <a:extLst>
                <a:ext uri="{FF2B5EF4-FFF2-40B4-BE49-F238E27FC236}">
                  <a16:creationId xmlns:a16="http://schemas.microsoft.com/office/drawing/2014/main" id="{32ACBCA9-F3FF-C410-0DF3-8768AF56FE03}"/>
                </a:ext>
              </a:extLst>
            </p:cNvPr>
            <p:cNvGrpSpPr/>
            <p:nvPr/>
          </p:nvGrpSpPr>
          <p:grpSpPr>
            <a:xfrm>
              <a:off x="1088151" y="2703844"/>
              <a:ext cx="10015698" cy="1904731"/>
              <a:chOff x="998425" y="1182125"/>
              <a:chExt cx="1065400" cy="199500"/>
            </a:xfrm>
          </p:grpSpPr>
          <p:sp>
            <p:nvSpPr>
              <p:cNvPr id="5" name="Google Shape;4109;p83">
                <a:extLst>
                  <a:ext uri="{FF2B5EF4-FFF2-40B4-BE49-F238E27FC236}">
                    <a16:creationId xmlns:a16="http://schemas.microsoft.com/office/drawing/2014/main" id="{E9520682-E11F-0FBF-E9FA-877E67AE54ED}"/>
                  </a:ext>
                </a:extLst>
              </p:cNvPr>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110;p83">
                <a:extLst>
                  <a:ext uri="{FF2B5EF4-FFF2-40B4-BE49-F238E27FC236}">
                    <a16:creationId xmlns:a16="http://schemas.microsoft.com/office/drawing/2014/main" id="{A9E5A2D9-01F5-1688-9390-4FD226689C51}"/>
                  </a:ext>
                </a:extLst>
              </p:cNvPr>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11;p83">
                <a:extLst>
                  <a:ext uri="{FF2B5EF4-FFF2-40B4-BE49-F238E27FC236}">
                    <a16:creationId xmlns:a16="http://schemas.microsoft.com/office/drawing/2014/main" id="{F806854B-1785-FB96-9AD6-83B7566B4745}"/>
                  </a:ext>
                </a:extLst>
              </p:cNvPr>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12;p83">
                <a:extLst>
                  <a:ext uri="{FF2B5EF4-FFF2-40B4-BE49-F238E27FC236}">
                    <a16:creationId xmlns:a16="http://schemas.microsoft.com/office/drawing/2014/main" id="{9EB73E1E-411D-1631-B80F-1D6F3A00F67A}"/>
                  </a:ext>
                </a:extLst>
              </p:cNvPr>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13;p83">
                <a:extLst>
                  <a:ext uri="{FF2B5EF4-FFF2-40B4-BE49-F238E27FC236}">
                    <a16:creationId xmlns:a16="http://schemas.microsoft.com/office/drawing/2014/main" id="{048AED87-48FF-DF6D-05D8-32441357017D}"/>
                  </a:ext>
                </a:extLst>
              </p:cNvPr>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619;p43">
              <a:extLst>
                <a:ext uri="{FF2B5EF4-FFF2-40B4-BE49-F238E27FC236}">
                  <a16:creationId xmlns:a16="http://schemas.microsoft.com/office/drawing/2014/main" id="{A2555AA0-EE76-1D98-D64C-D86AE4283E7C}"/>
                </a:ext>
              </a:extLst>
            </p:cNvPr>
            <p:cNvSpPr txBox="1">
              <a:spLocks/>
            </p:cNvSpPr>
            <p:nvPr/>
          </p:nvSpPr>
          <p:spPr>
            <a:xfrm>
              <a:off x="1265123" y="3182452"/>
              <a:ext cx="1652100" cy="91590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spcBef>
                  <a:spcPts val="0"/>
                </a:spcBef>
              </a:pPr>
              <a:r>
                <a:rPr lang="en" sz="9600" dirty="0"/>
                <a:t>01</a:t>
              </a:r>
            </a:p>
          </p:txBody>
        </p:sp>
        <p:sp>
          <p:nvSpPr>
            <p:cNvPr id="14" name="Google Shape;619;p43">
              <a:extLst>
                <a:ext uri="{FF2B5EF4-FFF2-40B4-BE49-F238E27FC236}">
                  <a16:creationId xmlns:a16="http://schemas.microsoft.com/office/drawing/2014/main" id="{48A7FCAB-BFC3-9E02-1414-D57BEA160F5E}"/>
                </a:ext>
              </a:extLst>
            </p:cNvPr>
            <p:cNvSpPr txBox="1">
              <a:spLocks/>
            </p:cNvSpPr>
            <p:nvPr/>
          </p:nvSpPr>
          <p:spPr>
            <a:xfrm>
              <a:off x="3950286" y="3198259"/>
              <a:ext cx="1837866" cy="91590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spcBef>
                  <a:spcPts val="0"/>
                </a:spcBef>
              </a:pPr>
              <a:r>
                <a:rPr lang="en" sz="9600" dirty="0"/>
                <a:t>0</a:t>
              </a:r>
              <a:r>
                <a:rPr lang="hu-HU" sz="9600" dirty="0"/>
                <a:t>2</a:t>
              </a:r>
              <a:endParaRPr lang="en" sz="9600" dirty="0"/>
            </a:p>
          </p:txBody>
        </p:sp>
        <p:sp>
          <p:nvSpPr>
            <p:cNvPr id="18" name="Google Shape;619;p43">
              <a:extLst>
                <a:ext uri="{FF2B5EF4-FFF2-40B4-BE49-F238E27FC236}">
                  <a16:creationId xmlns:a16="http://schemas.microsoft.com/office/drawing/2014/main" id="{95A6F805-088A-B2CD-554F-257CA0422F17}"/>
                </a:ext>
              </a:extLst>
            </p:cNvPr>
            <p:cNvSpPr txBox="1">
              <a:spLocks/>
            </p:cNvSpPr>
            <p:nvPr/>
          </p:nvSpPr>
          <p:spPr>
            <a:xfrm>
              <a:off x="6658747" y="3182452"/>
              <a:ext cx="1652100" cy="91590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spcBef>
                  <a:spcPts val="0"/>
                </a:spcBef>
              </a:pPr>
              <a:r>
                <a:rPr lang="en" sz="9600" dirty="0"/>
                <a:t>0</a:t>
              </a:r>
              <a:r>
                <a:rPr lang="hu-HU" sz="9600" dirty="0"/>
                <a:t>3</a:t>
              </a:r>
              <a:endParaRPr lang="en" sz="9600" dirty="0"/>
            </a:p>
          </p:txBody>
        </p:sp>
        <p:sp>
          <p:nvSpPr>
            <p:cNvPr id="19" name="Google Shape;619;p43">
              <a:extLst>
                <a:ext uri="{FF2B5EF4-FFF2-40B4-BE49-F238E27FC236}">
                  <a16:creationId xmlns:a16="http://schemas.microsoft.com/office/drawing/2014/main" id="{1742529E-B2DC-5ABA-C182-DC0EAA40EBE7}"/>
                </a:ext>
              </a:extLst>
            </p:cNvPr>
            <p:cNvSpPr txBox="1">
              <a:spLocks/>
            </p:cNvSpPr>
            <p:nvPr/>
          </p:nvSpPr>
          <p:spPr>
            <a:xfrm>
              <a:off x="9330608" y="3198259"/>
              <a:ext cx="1652100" cy="91590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spcBef>
                  <a:spcPts val="0"/>
                </a:spcBef>
              </a:pPr>
              <a:r>
                <a:rPr lang="en" sz="9600" dirty="0"/>
                <a:t>0</a:t>
              </a:r>
              <a:r>
                <a:rPr lang="hu-HU" sz="9600" dirty="0"/>
                <a:t>4</a:t>
              </a:r>
              <a:endParaRPr lang="en" sz="9600" dirty="0"/>
            </a:p>
          </p:txBody>
        </p:sp>
      </p:grpSp>
      <p:sp>
        <p:nvSpPr>
          <p:cNvPr id="3" name="Google Shape;1025;p69">
            <a:extLst>
              <a:ext uri="{FF2B5EF4-FFF2-40B4-BE49-F238E27FC236}">
                <a16:creationId xmlns:a16="http://schemas.microsoft.com/office/drawing/2014/main" id="{C97C6F1E-130B-773A-532A-5A266EA0AC4D}"/>
              </a:ext>
            </a:extLst>
          </p:cNvPr>
          <p:cNvSpPr txBox="1"/>
          <p:nvPr/>
        </p:nvSpPr>
        <p:spPr>
          <a:xfrm>
            <a:off x="918035" y="1690688"/>
            <a:ext cx="10684175" cy="91988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hu-HU" dirty="0">
                <a:solidFill>
                  <a:schemeClr val="dk1"/>
                </a:solidFill>
                <a:latin typeface="IBM Plex Serif Light" panose="02060403050406000203" pitchFamily="18" charset="-18"/>
                <a:ea typeface="Mukta"/>
                <a:cs typeface="Mukta"/>
                <a:sym typeface="Mukta"/>
              </a:rPr>
              <a:t>A következő oldalon található grafikai elemek másolással, beillesztéssel, átméretezéssel egyszerűen felhasználhatók a prezentáció készítéséhez.</a:t>
            </a:r>
            <a:endParaRPr dirty="0">
              <a:solidFill>
                <a:schemeClr val="dk1"/>
              </a:solidFill>
              <a:latin typeface="IBM Plex Serif Light" panose="02060403050406000203" pitchFamily="18" charset="-18"/>
              <a:ea typeface="Mukta"/>
              <a:cs typeface="Mukta"/>
              <a:sym typeface="Mukta"/>
            </a:endParaRPr>
          </a:p>
        </p:txBody>
      </p:sp>
    </p:spTree>
    <p:extLst>
      <p:ext uri="{BB962C8B-B14F-4D97-AF65-F5344CB8AC3E}">
        <p14:creationId xmlns:p14="http://schemas.microsoft.com/office/powerpoint/2010/main" val="686112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01;p55">
            <a:extLst>
              <a:ext uri="{FF2B5EF4-FFF2-40B4-BE49-F238E27FC236}">
                <a16:creationId xmlns:a16="http://schemas.microsoft.com/office/drawing/2014/main" id="{6E304BF2-407C-651F-A6F2-6827FDDA2911}"/>
              </a:ext>
            </a:extLst>
          </p:cNvPr>
          <p:cNvSpPr txBox="1">
            <a:spLocks noGrp="1"/>
          </p:cNvSpPr>
          <p:nvPr>
            <p:ph type="title"/>
          </p:nvPr>
        </p:nvSpPr>
        <p:spPr>
          <a:xfrm>
            <a:off x="236375" y="1428814"/>
            <a:ext cx="11719249" cy="13255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hu-HU" sz="7200" dirty="0"/>
              <a:t>Köszönjük a figyelmet!</a:t>
            </a:r>
          </a:p>
        </p:txBody>
      </p:sp>
      <p:sp>
        <p:nvSpPr>
          <p:cNvPr id="4" name="Tartalom helye 3">
            <a:extLst>
              <a:ext uri="{FF2B5EF4-FFF2-40B4-BE49-F238E27FC236}">
                <a16:creationId xmlns:a16="http://schemas.microsoft.com/office/drawing/2014/main" id="{A8C81E0B-A45B-B766-18E5-369A3C4B9D50}"/>
              </a:ext>
            </a:extLst>
          </p:cNvPr>
          <p:cNvSpPr>
            <a:spLocks noGrp="1"/>
          </p:cNvSpPr>
          <p:nvPr>
            <p:ph idx="1"/>
          </p:nvPr>
        </p:nvSpPr>
        <p:spPr>
          <a:xfrm>
            <a:off x="838200" y="3411829"/>
            <a:ext cx="10515600" cy="4351338"/>
          </a:xfrm>
        </p:spPr>
        <p:txBody>
          <a:bodyPr/>
          <a:lstStyle/>
          <a:p>
            <a:pPr marL="0" indent="0">
              <a:buNone/>
            </a:pPr>
            <a:endParaRPr lang="hu-HU" dirty="0"/>
          </a:p>
        </p:txBody>
      </p:sp>
    </p:spTree>
    <p:extLst>
      <p:ext uri="{BB962C8B-B14F-4D97-AF65-F5344CB8AC3E}">
        <p14:creationId xmlns:p14="http://schemas.microsoft.com/office/powerpoint/2010/main" val="179368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18;p43">
            <a:extLst>
              <a:ext uri="{FF2B5EF4-FFF2-40B4-BE49-F238E27FC236}">
                <a16:creationId xmlns:a16="http://schemas.microsoft.com/office/drawing/2014/main" id="{D626C82B-9824-8D66-27C7-776D3ABFC297}"/>
              </a:ext>
            </a:extLst>
          </p:cNvPr>
          <p:cNvSpPr txBox="1">
            <a:spLocks/>
          </p:cNvSpPr>
          <p:nvPr/>
        </p:nvSpPr>
        <p:spPr>
          <a:xfrm>
            <a:off x="847529" y="2729530"/>
            <a:ext cx="7438053" cy="9159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spcBef>
                <a:spcPts val="0"/>
              </a:spcBef>
            </a:pPr>
            <a:r>
              <a:rPr lang="hu-HU" dirty="0"/>
              <a:t>Fejezet elválasztó</a:t>
            </a:r>
          </a:p>
        </p:txBody>
      </p:sp>
      <p:sp>
        <p:nvSpPr>
          <p:cNvPr id="5" name="Google Shape;619;p43">
            <a:extLst>
              <a:ext uri="{FF2B5EF4-FFF2-40B4-BE49-F238E27FC236}">
                <a16:creationId xmlns:a16="http://schemas.microsoft.com/office/drawing/2014/main" id="{FF7BF3EF-21F4-21BB-FACF-6F53AB2D30F1}"/>
              </a:ext>
            </a:extLst>
          </p:cNvPr>
          <p:cNvSpPr txBox="1">
            <a:spLocks/>
          </p:cNvSpPr>
          <p:nvPr/>
        </p:nvSpPr>
        <p:spPr>
          <a:xfrm>
            <a:off x="847530" y="1737430"/>
            <a:ext cx="1652100" cy="91590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spcBef>
                <a:spcPts val="0"/>
              </a:spcBef>
            </a:pPr>
            <a:r>
              <a:rPr lang="en" sz="9600" dirty="0"/>
              <a:t>01</a:t>
            </a:r>
          </a:p>
        </p:txBody>
      </p:sp>
      <p:sp>
        <p:nvSpPr>
          <p:cNvPr id="6" name="Google Shape;620;p43">
            <a:extLst>
              <a:ext uri="{FF2B5EF4-FFF2-40B4-BE49-F238E27FC236}">
                <a16:creationId xmlns:a16="http://schemas.microsoft.com/office/drawing/2014/main" id="{98770000-8D7A-DB20-10BF-CEF2A494C1DE}"/>
              </a:ext>
            </a:extLst>
          </p:cNvPr>
          <p:cNvSpPr txBox="1">
            <a:spLocks/>
          </p:cNvSpPr>
          <p:nvPr/>
        </p:nvSpPr>
        <p:spPr>
          <a:xfrm>
            <a:off x="847530" y="3796180"/>
            <a:ext cx="4003500" cy="37500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1pPr>
            <a:lvl2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2pPr>
            <a:lvl3pPr marL="742950" indent="-28575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3pPr>
            <a:lvl4pPr marL="228600" indent="-22860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4pPr>
            <a:lvl5pPr marL="228600" indent="-228600" algn="l" defTabSz="914400" rtl="0" eaLnBrk="1" latinLnBrk="0" hangingPunct="1">
              <a:lnSpc>
                <a:spcPct val="90000"/>
              </a:lnSpc>
              <a:spcBef>
                <a:spcPts val="1000"/>
              </a:spcBef>
              <a:buFont typeface="Arial" panose="020B0604020202020204" pitchFamily="34" charset="0"/>
              <a:buChar char="•"/>
              <a:defRPr lang="hu-HU" sz="1000" kern="1200" dirty="0">
                <a:solidFill>
                  <a:schemeClr val="tx1"/>
                </a:solidFill>
                <a:latin typeface="IBM Plex Serif Light" panose="02060403050406000203" pitchFamily="18" charset="-18"/>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lang="hu-HU" sz="1000" kern="1200" dirty="0" smtClean="0">
                <a:solidFill>
                  <a:schemeClr val="tx1"/>
                </a:solidFill>
                <a:latin typeface="IBM Plex Serif Light" panose="02060403050406000203" pitchFamily="18" charset="-18"/>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hu-HU" sz="1800" i="1" dirty="0">
                <a:latin typeface="IBM Plex Serif SemiBold" panose="02060703050406000203" pitchFamily="18" charset="-18"/>
              </a:rPr>
              <a:t>Alcímet is írhat ide, ha szükséges</a:t>
            </a:r>
            <a:endParaRPr lang="en-US" sz="1800" i="1" dirty="0">
              <a:latin typeface="IBM Plex Serif SemiBold" panose="02060703050406000203" pitchFamily="18" charset="-18"/>
            </a:endParaRPr>
          </a:p>
        </p:txBody>
      </p:sp>
    </p:spTree>
    <p:extLst>
      <p:ext uri="{BB962C8B-B14F-4D97-AF65-F5344CB8AC3E}">
        <p14:creationId xmlns:p14="http://schemas.microsoft.com/office/powerpoint/2010/main" val="307229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7EA81-0F60-0810-523C-A10B934E6909}"/>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AAA8067-A43E-6AA6-6413-6CE2453B1392}"/>
              </a:ext>
            </a:extLst>
          </p:cNvPr>
          <p:cNvSpPr>
            <a:spLocks noGrp="1"/>
          </p:cNvSpPr>
          <p:nvPr>
            <p:ph type="title"/>
          </p:nvPr>
        </p:nvSpPr>
        <p:spPr/>
        <p:txBody>
          <a:bodyPr/>
          <a:lstStyle/>
          <a:p>
            <a:r>
              <a:rPr lang="hu-HU" dirty="0">
                <a:solidFill>
                  <a:srgbClr val="285780"/>
                </a:solidFill>
                <a:latin typeface="Raleway Black" pitchFamily="2" charset="-18"/>
              </a:rPr>
              <a:t>cím</a:t>
            </a:r>
          </a:p>
        </p:txBody>
      </p:sp>
      <p:graphicFrame>
        <p:nvGraphicFramePr>
          <p:cNvPr id="7" name="Tartalom helye 6">
            <a:extLst>
              <a:ext uri="{FF2B5EF4-FFF2-40B4-BE49-F238E27FC236}">
                <a16:creationId xmlns:a16="http://schemas.microsoft.com/office/drawing/2014/main" id="{64555948-4489-B3EA-7D1C-B2624530AE82}"/>
              </a:ext>
            </a:extLst>
          </p:cNvPr>
          <p:cNvGraphicFramePr>
            <a:graphicFrameLocks noGrp="1"/>
          </p:cNvGraphicFramePr>
          <p:nvPr>
            <p:ph idx="1"/>
          </p:nvPr>
        </p:nvGraphicFramePr>
        <p:xfrm>
          <a:off x="6096000" y="685345"/>
          <a:ext cx="5701036"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3" name="Szöveg helye 7">
            <a:extLst>
              <a:ext uri="{FF2B5EF4-FFF2-40B4-BE49-F238E27FC236}">
                <a16:creationId xmlns:a16="http://schemas.microsoft.com/office/drawing/2014/main" id="{55D242DC-D7B6-5D9B-BDEE-82D21E3FAA3E}"/>
              </a:ext>
            </a:extLst>
          </p:cNvPr>
          <p:cNvSpPr txBox="1">
            <a:spLocks/>
          </p:cNvSpPr>
          <p:nvPr/>
        </p:nvSpPr>
        <p:spPr>
          <a:xfrm>
            <a:off x="923763" y="1690688"/>
            <a:ext cx="4618621" cy="3811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hu-HU" sz="1600" dirty="0" err="1">
                <a:latin typeface="IBM Plex Serif Light" panose="02060403050406000203" pitchFamily="18" charset="-18"/>
              </a:rPr>
              <a:t>Lorem</a:t>
            </a:r>
            <a:r>
              <a:rPr lang="hu-HU" sz="1600" dirty="0">
                <a:latin typeface="IBM Plex Serif Light" panose="02060403050406000203" pitchFamily="18" charset="-18"/>
              </a:rPr>
              <a:t> </a:t>
            </a:r>
            <a:r>
              <a:rPr lang="hu-HU" sz="1600" dirty="0" err="1">
                <a:latin typeface="IBM Plex Serif Light" panose="02060403050406000203" pitchFamily="18" charset="-18"/>
              </a:rPr>
              <a:t>ipsum</a:t>
            </a:r>
            <a:r>
              <a:rPr lang="hu-HU" sz="1600" dirty="0">
                <a:latin typeface="IBM Plex Serif Light" panose="02060403050406000203" pitchFamily="18" charset="-18"/>
              </a:rPr>
              <a:t> </a:t>
            </a:r>
            <a:r>
              <a:rPr lang="hu-HU" sz="1600" dirty="0" err="1">
                <a:latin typeface="IBM Plex Serif Light" panose="02060403050406000203" pitchFamily="18" charset="-18"/>
              </a:rPr>
              <a:t>dolor</a:t>
            </a:r>
            <a:r>
              <a:rPr lang="hu-HU" sz="1600" dirty="0">
                <a:latin typeface="IBM Plex Serif Light" panose="02060403050406000203" pitchFamily="18" charset="-18"/>
              </a:rPr>
              <a:t> </a:t>
            </a:r>
            <a:r>
              <a:rPr lang="hu-HU" sz="1600" dirty="0" err="1">
                <a:latin typeface="IBM Plex Serif Light" panose="02060403050406000203" pitchFamily="18" charset="-18"/>
              </a:rPr>
              <a:t>sit</a:t>
            </a:r>
            <a:r>
              <a:rPr lang="hu-HU" sz="1600" dirty="0">
                <a:latin typeface="IBM Plex Serif Light" panose="02060403050406000203" pitchFamily="18" charset="-18"/>
              </a:rPr>
              <a:t> </a:t>
            </a:r>
            <a:r>
              <a:rPr lang="hu-HU" sz="1600" dirty="0" err="1">
                <a:latin typeface="IBM Plex Serif Light" panose="02060403050406000203" pitchFamily="18" charset="-18"/>
              </a:rPr>
              <a:t>amet</a:t>
            </a:r>
            <a:r>
              <a:rPr lang="hu-HU" sz="1600" dirty="0">
                <a:latin typeface="IBM Plex Serif Light" panose="02060403050406000203" pitchFamily="18" charset="-18"/>
              </a:rPr>
              <a:t>, </a:t>
            </a:r>
            <a:r>
              <a:rPr lang="hu-HU" sz="1600" dirty="0" err="1">
                <a:latin typeface="IBM Plex Serif Light" panose="02060403050406000203" pitchFamily="18" charset="-18"/>
              </a:rPr>
              <a:t>consectetur</a:t>
            </a:r>
            <a:r>
              <a:rPr lang="hu-HU" sz="1600" dirty="0">
                <a:latin typeface="IBM Plex Serif Light" panose="02060403050406000203" pitchFamily="18" charset="-18"/>
              </a:rPr>
              <a:t> </a:t>
            </a:r>
            <a:r>
              <a:rPr lang="hu-HU" sz="1600" dirty="0" err="1">
                <a:latin typeface="IBM Plex Serif Light" panose="02060403050406000203" pitchFamily="18" charset="-18"/>
              </a:rPr>
              <a:t>adipiscing</a:t>
            </a:r>
            <a:r>
              <a:rPr lang="hu-HU" sz="1600" dirty="0">
                <a:latin typeface="IBM Plex Serif Light" panose="02060403050406000203" pitchFamily="18" charset="-18"/>
              </a:rPr>
              <a:t> elit. </a:t>
            </a:r>
            <a:r>
              <a:rPr lang="hu-HU" sz="1600" dirty="0" err="1">
                <a:latin typeface="IBM Plex Serif Light" panose="02060403050406000203" pitchFamily="18" charset="-18"/>
              </a:rPr>
              <a:t>Cras</a:t>
            </a:r>
            <a:r>
              <a:rPr lang="hu-HU" sz="1600" dirty="0">
                <a:latin typeface="IBM Plex Serif Light" panose="02060403050406000203" pitchFamily="18" charset="-18"/>
              </a:rPr>
              <a:t> vitae dictum </a:t>
            </a:r>
            <a:r>
              <a:rPr lang="hu-HU" sz="1600" dirty="0" err="1">
                <a:latin typeface="IBM Plex Serif Light" panose="02060403050406000203" pitchFamily="18" charset="-18"/>
              </a:rPr>
              <a:t>felis</a:t>
            </a:r>
            <a:r>
              <a:rPr lang="hu-HU" sz="1600" dirty="0">
                <a:latin typeface="IBM Plex Serif Light" panose="02060403050406000203" pitchFamily="18" charset="-18"/>
              </a:rPr>
              <a:t>, </a:t>
            </a:r>
            <a:r>
              <a:rPr lang="hu-HU" sz="1600" dirty="0" err="1">
                <a:latin typeface="IBM Plex Serif Light" panose="02060403050406000203" pitchFamily="18" charset="-18"/>
              </a:rPr>
              <a:t>at</a:t>
            </a:r>
            <a:r>
              <a:rPr lang="hu-HU" sz="1600" dirty="0">
                <a:latin typeface="IBM Plex Serif Light" panose="02060403050406000203" pitchFamily="18" charset="-18"/>
              </a:rPr>
              <a:t> </a:t>
            </a:r>
            <a:r>
              <a:rPr lang="hu-HU" sz="1600" dirty="0" err="1">
                <a:latin typeface="IBM Plex Serif Light" panose="02060403050406000203" pitchFamily="18" charset="-18"/>
              </a:rPr>
              <a:t>aliquet</a:t>
            </a:r>
            <a:r>
              <a:rPr lang="hu-HU" sz="1600" dirty="0">
                <a:latin typeface="IBM Plex Serif Light" panose="02060403050406000203" pitchFamily="18" charset="-18"/>
              </a:rPr>
              <a:t> </a:t>
            </a:r>
            <a:r>
              <a:rPr lang="hu-HU" sz="1600" dirty="0" err="1">
                <a:latin typeface="IBM Plex Serif Light" panose="02060403050406000203" pitchFamily="18" charset="-18"/>
              </a:rPr>
              <a:t>enim</a:t>
            </a:r>
            <a:r>
              <a:rPr lang="hu-HU" sz="1600" dirty="0">
                <a:latin typeface="IBM Plex Serif Light" panose="02060403050406000203" pitchFamily="18" charset="-18"/>
              </a:rPr>
              <a:t>. </a:t>
            </a:r>
            <a:r>
              <a:rPr lang="hu-HU" sz="1600" dirty="0" err="1">
                <a:latin typeface="IBM Plex Serif Light" panose="02060403050406000203" pitchFamily="18" charset="-18"/>
              </a:rPr>
              <a:t>Aenean</a:t>
            </a:r>
            <a:r>
              <a:rPr lang="hu-HU" sz="1600" dirty="0">
                <a:latin typeface="IBM Plex Serif Light" panose="02060403050406000203" pitchFamily="18" charset="-18"/>
              </a:rPr>
              <a:t> </a:t>
            </a:r>
            <a:r>
              <a:rPr lang="hu-HU" sz="1600" dirty="0" err="1">
                <a:latin typeface="IBM Plex Serif Light" panose="02060403050406000203" pitchFamily="18" charset="-18"/>
              </a:rPr>
              <a:t>lorem</a:t>
            </a:r>
            <a:r>
              <a:rPr lang="hu-HU" sz="1600" dirty="0">
                <a:latin typeface="IBM Plex Serif Light" panose="02060403050406000203" pitchFamily="18" charset="-18"/>
              </a:rPr>
              <a:t> </a:t>
            </a:r>
            <a:r>
              <a:rPr lang="hu-HU" sz="1600" dirty="0" err="1">
                <a:latin typeface="IBM Plex Serif Light" panose="02060403050406000203" pitchFamily="18" charset="-18"/>
              </a:rPr>
              <a:t>diam</a:t>
            </a:r>
            <a:r>
              <a:rPr lang="hu-HU" sz="1600" dirty="0">
                <a:latin typeface="IBM Plex Serif Light" panose="02060403050406000203" pitchFamily="18" charset="-18"/>
              </a:rPr>
              <a:t>, </a:t>
            </a:r>
            <a:r>
              <a:rPr lang="hu-HU" sz="1600" dirty="0" err="1">
                <a:latin typeface="IBM Plex Serif Light" panose="02060403050406000203" pitchFamily="18" charset="-18"/>
              </a:rPr>
              <a:t>viverra</a:t>
            </a:r>
            <a:r>
              <a:rPr lang="hu-HU" sz="1600" dirty="0">
                <a:latin typeface="IBM Plex Serif Light" panose="02060403050406000203" pitchFamily="18" charset="-18"/>
              </a:rPr>
              <a:t> </a:t>
            </a:r>
            <a:r>
              <a:rPr lang="hu-HU" sz="1600" dirty="0" err="1">
                <a:latin typeface="IBM Plex Serif Light" panose="02060403050406000203" pitchFamily="18" charset="-18"/>
              </a:rPr>
              <a:t>at</a:t>
            </a:r>
            <a:r>
              <a:rPr lang="hu-HU" sz="1600" dirty="0">
                <a:latin typeface="IBM Plex Serif Light" panose="02060403050406000203" pitchFamily="18" charset="-18"/>
              </a:rPr>
              <a:t> </a:t>
            </a:r>
            <a:r>
              <a:rPr lang="hu-HU" sz="1600" dirty="0" err="1">
                <a:latin typeface="IBM Plex Serif Light" panose="02060403050406000203" pitchFamily="18" charset="-18"/>
              </a:rPr>
              <a:t>vestibulum</a:t>
            </a:r>
            <a:r>
              <a:rPr lang="hu-HU" sz="1600" dirty="0">
                <a:latin typeface="IBM Plex Serif Light" panose="02060403050406000203" pitchFamily="18" charset="-18"/>
              </a:rPr>
              <a:t> </a:t>
            </a:r>
            <a:r>
              <a:rPr lang="hu-HU" sz="1600" dirty="0" err="1">
                <a:latin typeface="IBM Plex Serif Light" panose="02060403050406000203" pitchFamily="18" charset="-18"/>
              </a:rPr>
              <a:t>ut</a:t>
            </a:r>
            <a:r>
              <a:rPr lang="hu-HU" sz="1600" dirty="0">
                <a:latin typeface="IBM Plex Serif Light" panose="02060403050406000203" pitchFamily="18" charset="-18"/>
              </a:rPr>
              <a:t>, </a:t>
            </a:r>
            <a:r>
              <a:rPr lang="hu-HU" sz="1600" dirty="0" err="1">
                <a:latin typeface="IBM Plex Serif Light" panose="02060403050406000203" pitchFamily="18" charset="-18"/>
              </a:rPr>
              <a:t>malesuada</a:t>
            </a:r>
            <a:r>
              <a:rPr lang="hu-HU" sz="1600" dirty="0">
                <a:latin typeface="IBM Plex Serif Light" panose="02060403050406000203" pitchFamily="18" charset="-18"/>
              </a:rPr>
              <a:t> </a:t>
            </a:r>
            <a:r>
              <a:rPr lang="hu-HU" sz="1600" dirty="0" err="1">
                <a:latin typeface="IBM Plex Serif Light" panose="02060403050406000203" pitchFamily="18" charset="-18"/>
              </a:rPr>
              <a:t>ut</a:t>
            </a:r>
            <a:r>
              <a:rPr lang="hu-HU" sz="1600" dirty="0">
                <a:latin typeface="IBM Plex Serif Light" panose="02060403050406000203" pitchFamily="18" charset="-18"/>
              </a:rPr>
              <a:t> </a:t>
            </a:r>
            <a:r>
              <a:rPr lang="hu-HU" sz="1600" dirty="0" err="1">
                <a:latin typeface="IBM Plex Serif Light" panose="02060403050406000203" pitchFamily="18" charset="-18"/>
              </a:rPr>
              <a:t>dolor</a:t>
            </a:r>
            <a:r>
              <a:rPr lang="hu-HU" sz="1600" dirty="0">
                <a:latin typeface="IBM Plex Serif Light" panose="02060403050406000203" pitchFamily="18" charset="-18"/>
              </a:rPr>
              <a:t>. </a:t>
            </a:r>
          </a:p>
          <a:p>
            <a:pPr marL="0" indent="0">
              <a:lnSpc>
                <a:spcPct val="100000"/>
              </a:lnSpc>
              <a:buNone/>
            </a:pPr>
            <a:r>
              <a:rPr lang="hu-HU" sz="1600" dirty="0" err="1">
                <a:latin typeface="IBM Plex Serif Light" panose="02060403050406000203" pitchFamily="18" charset="-18"/>
              </a:rPr>
              <a:t>Sed</a:t>
            </a:r>
            <a:r>
              <a:rPr lang="hu-HU" sz="1600" dirty="0">
                <a:latin typeface="IBM Plex Serif Light" panose="02060403050406000203" pitchFamily="18" charset="-18"/>
              </a:rPr>
              <a:t> </a:t>
            </a:r>
            <a:r>
              <a:rPr lang="hu-HU" sz="1600" dirty="0" err="1">
                <a:latin typeface="IBM Plex Serif Light" panose="02060403050406000203" pitchFamily="18" charset="-18"/>
              </a:rPr>
              <a:t>convallis</a:t>
            </a:r>
            <a:r>
              <a:rPr lang="hu-HU" sz="1600" dirty="0">
                <a:latin typeface="IBM Plex Serif Light" panose="02060403050406000203" pitchFamily="18" charset="-18"/>
              </a:rPr>
              <a:t>, mi </a:t>
            </a:r>
            <a:r>
              <a:rPr lang="hu-HU" sz="1600" dirty="0" err="1">
                <a:latin typeface="IBM Plex Serif Light" panose="02060403050406000203" pitchFamily="18" charset="-18"/>
              </a:rPr>
              <a:t>feugiat</a:t>
            </a:r>
            <a:r>
              <a:rPr lang="hu-HU" sz="1600" dirty="0">
                <a:latin typeface="IBM Plex Serif Light" panose="02060403050406000203" pitchFamily="18" charset="-18"/>
              </a:rPr>
              <a:t> </a:t>
            </a:r>
            <a:r>
              <a:rPr lang="hu-HU" sz="1600" dirty="0" err="1">
                <a:latin typeface="IBM Plex Serif Light" panose="02060403050406000203" pitchFamily="18" charset="-18"/>
              </a:rPr>
              <a:t>scelerisque</a:t>
            </a:r>
            <a:r>
              <a:rPr lang="hu-HU" sz="1600" dirty="0">
                <a:latin typeface="IBM Plex Serif Light" panose="02060403050406000203" pitchFamily="18" charset="-18"/>
              </a:rPr>
              <a:t> </a:t>
            </a:r>
            <a:r>
              <a:rPr lang="hu-HU" sz="1600" dirty="0" err="1">
                <a:latin typeface="IBM Plex Serif Light" panose="02060403050406000203" pitchFamily="18" charset="-18"/>
              </a:rPr>
              <a:t>congue</a:t>
            </a:r>
            <a:r>
              <a:rPr lang="hu-HU" sz="1600" dirty="0">
                <a:latin typeface="IBM Plex Serif Light" panose="02060403050406000203" pitchFamily="18" charset="-18"/>
              </a:rPr>
              <a:t>, </a:t>
            </a:r>
            <a:r>
              <a:rPr lang="hu-HU" sz="1600" dirty="0" err="1">
                <a:latin typeface="IBM Plex Serif Light" panose="02060403050406000203" pitchFamily="18" charset="-18"/>
              </a:rPr>
              <a:t>dui</a:t>
            </a:r>
            <a:r>
              <a:rPr lang="hu-HU" sz="1600" dirty="0">
                <a:latin typeface="IBM Plex Serif Light" panose="02060403050406000203" pitchFamily="18" charset="-18"/>
              </a:rPr>
              <a:t> </a:t>
            </a:r>
            <a:r>
              <a:rPr lang="hu-HU" sz="1600" dirty="0" err="1">
                <a:latin typeface="IBM Plex Serif Light" panose="02060403050406000203" pitchFamily="18" charset="-18"/>
              </a:rPr>
              <a:t>augue</a:t>
            </a:r>
            <a:r>
              <a:rPr lang="hu-HU" sz="1600" dirty="0">
                <a:latin typeface="IBM Plex Serif Light" panose="02060403050406000203" pitchFamily="18" charset="-18"/>
              </a:rPr>
              <a:t> </a:t>
            </a:r>
            <a:r>
              <a:rPr lang="hu-HU" sz="1600" dirty="0" err="1">
                <a:latin typeface="IBM Plex Serif Light" panose="02060403050406000203" pitchFamily="18" charset="-18"/>
              </a:rPr>
              <a:t>dapibus</a:t>
            </a:r>
            <a:r>
              <a:rPr lang="hu-HU" sz="1600" dirty="0">
                <a:latin typeface="IBM Plex Serif Light" panose="02060403050406000203" pitchFamily="18" charset="-18"/>
              </a:rPr>
              <a:t> </a:t>
            </a:r>
            <a:r>
              <a:rPr lang="hu-HU" sz="1600" dirty="0" err="1">
                <a:latin typeface="IBM Plex Serif Light" panose="02060403050406000203" pitchFamily="18" charset="-18"/>
              </a:rPr>
              <a:t>ipsum</a:t>
            </a:r>
            <a:r>
              <a:rPr lang="hu-HU" sz="1600" dirty="0">
                <a:latin typeface="IBM Plex Serif Light" panose="02060403050406000203" pitchFamily="18" charset="-18"/>
              </a:rPr>
              <a:t>, </a:t>
            </a:r>
            <a:r>
              <a:rPr lang="hu-HU" sz="1600" dirty="0" err="1">
                <a:latin typeface="IBM Plex Serif Light" panose="02060403050406000203" pitchFamily="18" charset="-18"/>
              </a:rPr>
              <a:t>sed</a:t>
            </a:r>
            <a:r>
              <a:rPr lang="hu-HU" sz="1600" dirty="0">
                <a:latin typeface="IBM Plex Serif Light" panose="02060403050406000203" pitchFamily="18" charset="-18"/>
              </a:rPr>
              <a:t> </a:t>
            </a:r>
            <a:r>
              <a:rPr lang="hu-HU" sz="1600" dirty="0" err="1">
                <a:latin typeface="IBM Plex Serif Light" panose="02060403050406000203" pitchFamily="18" charset="-18"/>
              </a:rPr>
              <a:t>posuere</a:t>
            </a:r>
            <a:r>
              <a:rPr lang="hu-HU" sz="1600" dirty="0">
                <a:latin typeface="IBM Plex Serif Light" panose="02060403050406000203" pitchFamily="18" charset="-18"/>
              </a:rPr>
              <a:t> </a:t>
            </a:r>
            <a:r>
              <a:rPr lang="hu-HU" sz="1600" dirty="0" err="1">
                <a:latin typeface="IBM Plex Serif Light" panose="02060403050406000203" pitchFamily="18" charset="-18"/>
              </a:rPr>
              <a:t>libero</a:t>
            </a:r>
            <a:r>
              <a:rPr lang="hu-HU" sz="1600" dirty="0">
                <a:latin typeface="IBM Plex Serif Light" panose="02060403050406000203" pitchFamily="18" charset="-18"/>
              </a:rPr>
              <a:t> sem non </a:t>
            </a:r>
            <a:r>
              <a:rPr lang="hu-HU" sz="1600" dirty="0" err="1">
                <a:latin typeface="IBM Plex Serif Light" panose="02060403050406000203" pitchFamily="18" charset="-18"/>
              </a:rPr>
              <a:t>enim</a:t>
            </a:r>
            <a:r>
              <a:rPr lang="hu-HU" sz="1600" dirty="0">
                <a:latin typeface="IBM Plex Serif Light" panose="02060403050406000203" pitchFamily="18" charset="-18"/>
              </a:rPr>
              <a:t>. </a:t>
            </a:r>
          </a:p>
          <a:p>
            <a:pPr marL="0" indent="0">
              <a:lnSpc>
                <a:spcPct val="100000"/>
              </a:lnSpc>
              <a:buNone/>
            </a:pPr>
            <a:r>
              <a:rPr lang="hu-HU" sz="1600" dirty="0" err="1">
                <a:latin typeface="IBM Plex Serif Light" panose="02060403050406000203" pitchFamily="18" charset="-18"/>
              </a:rPr>
              <a:t>Ut</a:t>
            </a:r>
            <a:r>
              <a:rPr lang="hu-HU" sz="1600" dirty="0">
                <a:latin typeface="IBM Plex Serif Light" panose="02060403050406000203" pitchFamily="18" charset="-18"/>
              </a:rPr>
              <a:t> </a:t>
            </a:r>
            <a:r>
              <a:rPr lang="hu-HU" sz="1600" dirty="0" err="1">
                <a:latin typeface="IBM Plex Serif Light" panose="02060403050406000203" pitchFamily="18" charset="-18"/>
              </a:rPr>
              <a:t>venenatis</a:t>
            </a:r>
            <a:r>
              <a:rPr lang="hu-HU" sz="1600" dirty="0">
                <a:latin typeface="IBM Plex Serif Light" panose="02060403050406000203" pitchFamily="18" charset="-18"/>
              </a:rPr>
              <a:t> </a:t>
            </a:r>
            <a:r>
              <a:rPr lang="hu-HU" sz="1600" dirty="0" err="1">
                <a:latin typeface="IBM Plex Serif Light" panose="02060403050406000203" pitchFamily="18" charset="-18"/>
              </a:rPr>
              <a:t>orci</a:t>
            </a:r>
            <a:r>
              <a:rPr lang="hu-HU" sz="1600" dirty="0">
                <a:latin typeface="IBM Plex Serif Light" panose="02060403050406000203" pitchFamily="18" charset="-18"/>
              </a:rPr>
              <a:t> non </a:t>
            </a:r>
            <a:r>
              <a:rPr lang="hu-HU" sz="1600" dirty="0" err="1">
                <a:latin typeface="IBM Plex Serif Light" panose="02060403050406000203" pitchFamily="18" charset="-18"/>
              </a:rPr>
              <a:t>nunc</a:t>
            </a:r>
            <a:r>
              <a:rPr lang="hu-HU" sz="1600" dirty="0">
                <a:latin typeface="IBM Plex Serif Light" panose="02060403050406000203" pitchFamily="18" charset="-18"/>
              </a:rPr>
              <a:t> </a:t>
            </a:r>
            <a:r>
              <a:rPr lang="hu-HU" sz="1600" dirty="0" err="1">
                <a:latin typeface="IBM Plex Serif Light" panose="02060403050406000203" pitchFamily="18" charset="-18"/>
              </a:rPr>
              <a:t>feugiat</a:t>
            </a:r>
            <a:r>
              <a:rPr lang="hu-HU" sz="1600" dirty="0">
                <a:latin typeface="IBM Plex Serif Light" panose="02060403050406000203" pitchFamily="18" charset="-18"/>
              </a:rPr>
              <a:t>, </a:t>
            </a:r>
            <a:r>
              <a:rPr lang="hu-HU" sz="1600" dirty="0" err="1">
                <a:latin typeface="IBM Plex Serif Light" panose="02060403050406000203" pitchFamily="18" charset="-18"/>
              </a:rPr>
              <a:t>sit</a:t>
            </a:r>
            <a:r>
              <a:rPr lang="hu-HU" sz="1600" dirty="0">
                <a:latin typeface="IBM Plex Serif Light" panose="02060403050406000203" pitchFamily="18" charset="-18"/>
              </a:rPr>
              <a:t> </a:t>
            </a:r>
            <a:r>
              <a:rPr lang="hu-HU" sz="1600" dirty="0" err="1">
                <a:latin typeface="IBM Plex Serif Light" panose="02060403050406000203" pitchFamily="18" charset="-18"/>
              </a:rPr>
              <a:t>amet</a:t>
            </a:r>
            <a:r>
              <a:rPr lang="hu-HU" sz="1600" dirty="0">
                <a:latin typeface="IBM Plex Serif Light" panose="02060403050406000203" pitchFamily="18" charset="-18"/>
              </a:rPr>
              <a:t> </a:t>
            </a:r>
            <a:r>
              <a:rPr lang="hu-HU" sz="1600" dirty="0" err="1">
                <a:latin typeface="IBM Plex Serif Light" panose="02060403050406000203" pitchFamily="18" charset="-18"/>
              </a:rPr>
              <a:t>fringilla</a:t>
            </a:r>
            <a:r>
              <a:rPr lang="hu-HU" sz="1600" dirty="0">
                <a:latin typeface="IBM Plex Serif Light" panose="02060403050406000203" pitchFamily="18" charset="-18"/>
              </a:rPr>
              <a:t> sem </a:t>
            </a:r>
            <a:r>
              <a:rPr lang="hu-HU" sz="1600" dirty="0" err="1">
                <a:latin typeface="IBM Plex Serif Light" panose="02060403050406000203" pitchFamily="18" charset="-18"/>
              </a:rPr>
              <a:t>aliquam</a:t>
            </a:r>
            <a:r>
              <a:rPr lang="hu-HU" sz="1600" dirty="0">
                <a:latin typeface="IBM Plex Serif Light" panose="02060403050406000203" pitchFamily="18" charset="-18"/>
              </a:rPr>
              <a:t>. In </a:t>
            </a:r>
            <a:r>
              <a:rPr lang="hu-HU" sz="1600" dirty="0" err="1">
                <a:latin typeface="IBM Plex Serif Light" panose="02060403050406000203" pitchFamily="18" charset="-18"/>
              </a:rPr>
              <a:t>aliquam</a:t>
            </a:r>
            <a:r>
              <a:rPr lang="hu-HU" sz="1600" dirty="0">
                <a:latin typeface="IBM Plex Serif Light" panose="02060403050406000203" pitchFamily="18" charset="-18"/>
              </a:rPr>
              <a:t> </a:t>
            </a:r>
            <a:r>
              <a:rPr lang="hu-HU" sz="1600" dirty="0" err="1">
                <a:latin typeface="IBM Plex Serif Light" panose="02060403050406000203" pitchFamily="18" charset="-18"/>
              </a:rPr>
              <a:t>tincidunt</a:t>
            </a:r>
            <a:r>
              <a:rPr lang="hu-HU" sz="1600" dirty="0">
                <a:latin typeface="IBM Plex Serif Light" panose="02060403050406000203" pitchFamily="18" charset="-18"/>
              </a:rPr>
              <a:t> elit, a </a:t>
            </a:r>
            <a:r>
              <a:rPr lang="hu-HU" sz="1600" dirty="0" err="1">
                <a:latin typeface="IBM Plex Serif Light" panose="02060403050406000203" pitchFamily="18" charset="-18"/>
              </a:rPr>
              <a:t>sollicitudin</a:t>
            </a:r>
            <a:r>
              <a:rPr lang="hu-HU" sz="1600" dirty="0">
                <a:latin typeface="IBM Plex Serif Light" panose="02060403050406000203" pitchFamily="18" charset="-18"/>
              </a:rPr>
              <a:t> </a:t>
            </a:r>
            <a:r>
              <a:rPr lang="hu-HU" sz="1600" dirty="0" err="1">
                <a:latin typeface="IBM Plex Serif Light" panose="02060403050406000203" pitchFamily="18" charset="-18"/>
              </a:rPr>
              <a:t>tellus</a:t>
            </a:r>
            <a:endParaRPr lang="hu-HU" sz="1600" dirty="0">
              <a:latin typeface="IBM Plex Serif Light" panose="02060403050406000203" pitchFamily="18" charset="-18"/>
            </a:endParaRPr>
          </a:p>
        </p:txBody>
      </p:sp>
    </p:spTree>
    <p:extLst>
      <p:ext uri="{BB962C8B-B14F-4D97-AF65-F5344CB8AC3E}">
        <p14:creationId xmlns:p14="http://schemas.microsoft.com/office/powerpoint/2010/main" val="51207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ím 4">
            <a:extLst>
              <a:ext uri="{FF2B5EF4-FFF2-40B4-BE49-F238E27FC236}">
                <a16:creationId xmlns:a16="http://schemas.microsoft.com/office/drawing/2014/main" id="{A94AA362-B33D-0B42-4DC1-10FAEB2D93F7}"/>
              </a:ext>
            </a:extLst>
          </p:cNvPr>
          <p:cNvSpPr>
            <a:spLocks noGrp="1"/>
          </p:cNvSpPr>
          <p:nvPr>
            <p:ph type="title"/>
          </p:nvPr>
        </p:nvSpPr>
        <p:spPr/>
        <p:txBody>
          <a:bodyPr/>
          <a:lstStyle/>
          <a:p>
            <a:r>
              <a:rPr lang="hu-HU" dirty="0"/>
              <a:t>Betűtípusok telepítése</a:t>
            </a:r>
          </a:p>
        </p:txBody>
      </p:sp>
      <p:sp>
        <p:nvSpPr>
          <p:cNvPr id="7" name="Google Shape;1025;p69">
            <a:extLst>
              <a:ext uri="{FF2B5EF4-FFF2-40B4-BE49-F238E27FC236}">
                <a16:creationId xmlns:a16="http://schemas.microsoft.com/office/drawing/2014/main" id="{41C8B646-9686-8B19-7CA4-1B9755B37DE2}"/>
              </a:ext>
            </a:extLst>
          </p:cNvPr>
          <p:cNvSpPr txBox="1"/>
          <p:nvPr/>
        </p:nvSpPr>
        <p:spPr>
          <a:xfrm>
            <a:off x="936323" y="1479461"/>
            <a:ext cx="10684175" cy="149479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hu-HU" dirty="0">
                <a:solidFill>
                  <a:schemeClr val="dk1"/>
                </a:solidFill>
                <a:latin typeface="IBM Plex Serif Light" panose="02060403050406000203" pitchFamily="18" charset="-18"/>
                <a:ea typeface="Mukta"/>
                <a:cs typeface="Mukta"/>
                <a:sym typeface="Mukta"/>
              </a:rPr>
              <a:t>Amennyiben a prezentációja nem jelenne meg megfelelően, szükséges lehet a betűtípusok (fontok) telepítésére. A megosztott betűtípusok (</a:t>
            </a:r>
            <a:r>
              <a:rPr lang="hu-HU" dirty="0" err="1">
                <a:solidFill>
                  <a:schemeClr val="dk1"/>
                </a:solidFill>
                <a:latin typeface="IBM Plex Serif Light" panose="02060403050406000203" pitchFamily="18" charset="-18"/>
                <a:ea typeface="Mukta"/>
                <a:cs typeface="Mukta"/>
                <a:sym typeface="Mukta"/>
              </a:rPr>
              <a:t>Raleway</a:t>
            </a:r>
            <a:r>
              <a:rPr lang="hu-HU" dirty="0">
                <a:solidFill>
                  <a:schemeClr val="dk1"/>
                </a:solidFill>
                <a:latin typeface="IBM Plex Serif Light" panose="02060403050406000203" pitchFamily="18" charset="-18"/>
                <a:ea typeface="Mukta"/>
                <a:cs typeface="Mukta"/>
                <a:sym typeface="Mukta"/>
              </a:rPr>
              <a:t> és IBM </a:t>
            </a:r>
            <a:r>
              <a:rPr lang="hu-HU" dirty="0" err="1">
                <a:solidFill>
                  <a:schemeClr val="dk1"/>
                </a:solidFill>
                <a:latin typeface="IBM Plex Serif Light" panose="02060403050406000203" pitchFamily="18" charset="-18"/>
                <a:ea typeface="Mukta"/>
                <a:cs typeface="Mukta"/>
                <a:sym typeface="Mukta"/>
              </a:rPr>
              <a:t>Plex</a:t>
            </a:r>
            <a:r>
              <a:rPr lang="hu-HU" dirty="0">
                <a:solidFill>
                  <a:schemeClr val="dk1"/>
                </a:solidFill>
                <a:latin typeface="IBM Plex Serif Light" panose="02060403050406000203" pitchFamily="18" charset="-18"/>
                <a:ea typeface="Mukta"/>
                <a:cs typeface="Mukta"/>
                <a:sym typeface="Mukta"/>
              </a:rPr>
              <a:t> Serif) külön mappában találhatók, betűkészlet fájlokként. Az elnevezések a betűtípus neve mögött (Black, </a:t>
            </a:r>
            <a:r>
              <a:rPr lang="hu-HU" dirty="0" err="1">
                <a:solidFill>
                  <a:schemeClr val="dk1"/>
                </a:solidFill>
                <a:latin typeface="IBM Plex Serif Light" panose="02060403050406000203" pitchFamily="18" charset="-18"/>
                <a:ea typeface="Mukta"/>
                <a:cs typeface="Mukta"/>
                <a:sym typeface="Mukta"/>
              </a:rPr>
              <a:t>Bold</a:t>
            </a:r>
            <a:r>
              <a:rPr lang="hu-HU" dirty="0">
                <a:solidFill>
                  <a:schemeClr val="dk1"/>
                </a:solidFill>
                <a:latin typeface="IBM Plex Serif Light" panose="02060403050406000203" pitchFamily="18" charset="-18"/>
                <a:ea typeface="Mukta"/>
                <a:cs typeface="Mukta"/>
                <a:sym typeface="Mukta"/>
              </a:rPr>
              <a:t>, stb.) a betűtípus vastagságára utalnak. Megfelelő használatukhoz az arculati kézikönyvben találhat útmutatást.</a:t>
            </a:r>
            <a:endParaRPr dirty="0">
              <a:solidFill>
                <a:schemeClr val="dk1"/>
              </a:solidFill>
              <a:latin typeface="IBM Plex Serif Light" panose="02060403050406000203" pitchFamily="18" charset="-18"/>
              <a:ea typeface="Mukta"/>
              <a:cs typeface="Mukta"/>
              <a:sym typeface="Mukta"/>
            </a:endParaRPr>
          </a:p>
        </p:txBody>
      </p:sp>
      <p:graphicFrame>
        <p:nvGraphicFramePr>
          <p:cNvPr id="8" name="Google Shape;1026;p69">
            <a:extLst>
              <a:ext uri="{FF2B5EF4-FFF2-40B4-BE49-F238E27FC236}">
                <a16:creationId xmlns:a16="http://schemas.microsoft.com/office/drawing/2014/main" id="{0CC7E373-44C1-C025-4C23-B1CF73E11C98}"/>
              </a:ext>
            </a:extLst>
          </p:cNvPr>
          <p:cNvGraphicFramePr/>
          <p:nvPr>
            <p:extLst>
              <p:ext uri="{D42A27DB-BD31-4B8C-83A1-F6EECF244321}">
                <p14:modId xmlns:p14="http://schemas.microsoft.com/office/powerpoint/2010/main" val="235625211"/>
              </p:ext>
            </p:extLst>
          </p:nvPr>
        </p:nvGraphicFramePr>
        <p:xfrm>
          <a:off x="932805" y="3006619"/>
          <a:ext cx="5345605" cy="2371920"/>
        </p:xfrm>
        <a:graphic>
          <a:graphicData uri="http://schemas.openxmlformats.org/drawingml/2006/table">
            <a:tbl>
              <a:tblPr>
                <a:noFill/>
              </a:tblPr>
              <a:tblGrid>
                <a:gridCol w="5345605">
                  <a:extLst>
                    <a:ext uri="{9D8B030D-6E8A-4147-A177-3AD203B41FA5}">
                      <a16:colId xmlns:a16="http://schemas.microsoft.com/office/drawing/2014/main" val="20000"/>
                    </a:ext>
                  </a:extLst>
                </a:gridCol>
              </a:tblGrid>
              <a:tr h="469598">
                <a:tc>
                  <a:txBody>
                    <a:bodyPr/>
                    <a:lstStyle/>
                    <a:p>
                      <a:pPr marL="0" lvl="0" indent="0" algn="l" rtl="0">
                        <a:lnSpc>
                          <a:spcPct val="115000"/>
                        </a:lnSpc>
                        <a:spcBef>
                          <a:spcPts val="0"/>
                        </a:spcBef>
                        <a:spcAft>
                          <a:spcPts val="0"/>
                        </a:spcAft>
                        <a:buNone/>
                      </a:pPr>
                      <a:r>
                        <a:rPr lang="hu-HU" sz="2800" dirty="0">
                          <a:solidFill>
                            <a:srgbClr val="285780"/>
                          </a:solidFill>
                          <a:latin typeface="Raleway Black" pitchFamily="2" charset="-18"/>
                          <a:ea typeface="Gentium Book Plus"/>
                          <a:cs typeface="Gentium Book Plus"/>
                          <a:sym typeface="Gentium Book Plus"/>
                        </a:rPr>
                        <a:t>Telepítés</a:t>
                      </a:r>
                      <a:endParaRPr sz="2800" dirty="0">
                        <a:solidFill>
                          <a:srgbClr val="285780"/>
                        </a:solidFill>
                        <a:latin typeface="Raleway Black" pitchFamily="2" charset="-18"/>
                        <a:ea typeface="Gentium Book Plus"/>
                        <a:cs typeface="Gentium Book Plus"/>
                        <a:sym typeface="Gentium Book Plus"/>
                      </a:endParaRPr>
                    </a:p>
                  </a:txBody>
                  <a:tcPr marL="91425" marR="91425" marT="91425" marB="91425"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rgbClr val="285780"/>
                      </a:solidFill>
                      <a:prstDash val="solid"/>
                      <a:round/>
                      <a:headEnd type="none" w="med" len="med"/>
                      <a:tailEnd type="none" w="med" len="med"/>
                    </a:lnB>
                    <a:lnTlToBr w="12700" cmpd="sng">
                      <a:noFill/>
                      <a:prstDash val="solid"/>
                    </a:lnTlToBr>
                    <a:lnBlToTr w="12700" cmpd="sng">
                      <a:noFill/>
                      <a:prstDash val="solid"/>
                    </a:lnBlToTr>
                    <a:solidFill>
                      <a:srgbClr val="285780">
                        <a:alpha val="25000"/>
                      </a:srgbClr>
                    </a:solidFill>
                  </a:tcPr>
                </a:tc>
                <a:extLst>
                  <a:ext uri="{0D108BD9-81ED-4DB2-BD59-A6C34878D82A}">
                    <a16:rowId xmlns:a16="http://schemas.microsoft.com/office/drawing/2014/main" val="10000"/>
                  </a:ext>
                </a:extLst>
              </a:tr>
              <a:tr h="1349126">
                <a:tc>
                  <a:txBody>
                    <a:bodyPr/>
                    <a:lstStyle/>
                    <a:p>
                      <a:pPr marL="139700" lvl="0" indent="0" algn="l" rtl="0">
                        <a:lnSpc>
                          <a:spcPct val="115000"/>
                        </a:lnSpc>
                        <a:spcBef>
                          <a:spcPts val="0"/>
                        </a:spcBef>
                        <a:spcAft>
                          <a:spcPts val="0"/>
                        </a:spcAft>
                        <a:buClr>
                          <a:schemeClr val="dk2"/>
                        </a:buClr>
                        <a:buSzPts val="1400"/>
                        <a:buFont typeface="Mukta"/>
                        <a:buNone/>
                      </a:pPr>
                      <a:r>
                        <a:rPr lang="hu-HU" dirty="0">
                          <a:solidFill>
                            <a:schemeClr val="dk1"/>
                          </a:solidFill>
                          <a:latin typeface="IBM Plex Serif Light" panose="02060403050406000203" pitchFamily="18" charset="-18"/>
                          <a:ea typeface="Mukta"/>
                          <a:cs typeface="Mukta"/>
                          <a:sym typeface="Mukta"/>
                        </a:rPr>
                        <a:t>A kívánt betűtípusra bal egérgombbal kattintson duplán, majd feljön a betűtípus telepítő ablaka. Itt a felső </a:t>
                      </a:r>
                      <a:r>
                        <a:rPr lang="hu-HU" b="1" dirty="0">
                          <a:solidFill>
                            <a:schemeClr val="dk1"/>
                          </a:solidFill>
                          <a:latin typeface="IBM Plex Serif SemiBold" panose="02060703050406000203" pitchFamily="18" charset="-18"/>
                          <a:ea typeface="Mukta"/>
                          <a:cs typeface="Mukta"/>
                          <a:sym typeface="Mukta"/>
                        </a:rPr>
                        <a:t>telepítés</a:t>
                      </a:r>
                      <a:r>
                        <a:rPr lang="hu-HU" dirty="0">
                          <a:solidFill>
                            <a:schemeClr val="dk1"/>
                          </a:solidFill>
                          <a:latin typeface="IBM Plex Serif Light" panose="02060403050406000203" pitchFamily="18" charset="-18"/>
                          <a:ea typeface="Mukta"/>
                          <a:cs typeface="Mukta"/>
                          <a:sym typeface="Mukta"/>
                        </a:rPr>
                        <a:t> gombra kattintva a betűtípus települni fog a számítógépére. </a:t>
                      </a:r>
                      <a:endParaRPr dirty="0">
                        <a:solidFill>
                          <a:schemeClr val="dk1"/>
                        </a:solidFill>
                        <a:latin typeface="IBM Plex Serif Light" panose="02060403050406000203" pitchFamily="18" charset="-18"/>
                        <a:ea typeface="Mukta"/>
                        <a:cs typeface="Mukta"/>
                        <a:sym typeface="Mukta"/>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285780"/>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rgbClr val="F0F0F0"/>
                    </a:solidFill>
                  </a:tcPr>
                </a:tc>
                <a:extLst>
                  <a:ext uri="{0D108BD9-81ED-4DB2-BD59-A6C34878D82A}">
                    <a16:rowId xmlns:a16="http://schemas.microsoft.com/office/drawing/2014/main" val="10001"/>
                  </a:ext>
                </a:extLst>
              </a:tr>
            </a:tbl>
          </a:graphicData>
        </a:graphic>
      </p:graphicFrame>
      <p:pic>
        <p:nvPicPr>
          <p:cNvPr id="2" name="Kép 1">
            <a:extLst>
              <a:ext uri="{FF2B5EF4-FFF2-40B4-BE49-F238E27FC236}">
                <a16:creationId xmlns:a16="http://schemas.microsoft.com/office/drawing/2014/main" id="{3B97A60C-D0BE-DEE1-418F-6CB09B702993}"/>
              </a:ext>
            </a:extLst>
          </p:cNvPr>
          <p:cNvPicPr>
            <a:picLocks noChangeAspect="1"/>
          </p:cNvPicPr>
          <p:nvPr/>
        </p:nvPicPr>
        <p:blipFill>
          <a:blip r:embed="rId2"/>
          <a:stretch>
            <a:fillRect/>
          </a:stretch>
        </p:blipFill>
        <p:spPr>
          <a:xfrm>
            <a:off x="6698330" y="2974256"/>
            <a:ext cx="4596323" cy="2885368"/>
          </a:xfrm>
          <a:prstGeom prst="rect">
            <a:avLst/>
          </a:prstGeom>
        </p:spPr>
      </p:pic>
    </p:spTree>
    <p:extLst>
      <p:ext uri="{BB962C8B-B14F-4D97-AF65-F5344CB8AC3E}">
        <p14:creationId xmlns:p14="http://schemas.microsoft.com/office/powerpoint/2010/main" val="1512818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ím 4">
            <a:extLst>
              <a:ext uri="{FF2B5EF4-FFF2-40B4-BE49-F238E27FC236}">
                <a16:creationId xmlns:a16="http://schemas.microsoft.com/office/drawing/2014/main" id="{E74C5B8D-A284-16AF-EE65-8C865C9614C5}"/>
              </a:ext>
            </a:extLst>
          </p:cNvPr>
          <p:cNvSpPr>
            <a:spLocks noGrp="1"/>
          </p:cNvSpPr>
          <p:nvPr>
            <p:ph type="title"/>
          </p:nvPr>
        </p:nvSpPr>
        <p:spPr/>
        <p:txBody>
          <a:bodyPr/>
          <a:lstStyle/>
          <a:p>
            <a:r>
              <a:rPr lang="hu-HU" dirty="0"/>
              <a:t>Táblázat példa</a:t>
            </a:r>
          </a:p>
        </p:txBody>
      </p:sp>
      <p:sp>
        <p:nvSpPr>
          <p:cNvPr id="7" name="Google Shape;1018;p68">
            <a:extLst>
              <a:ext uri="{FF2B5EF4-FFF2-40B4-BE49-F238E27FC236}">
                <a16:creationId xmlns:a16="http://schemas.microsoft.com/office/drawing/2014/main" id="{609A2B2D-8703-48D1-A3B8-9A77A57F9F12}"/>
              </a:ext>
            </a:extLst>
          </p:cNvPr>
          <p:cNvSpPr txBox="1"/>
          <p:nvPr/>
        </p:nvSpPr>
        <p:spPr>
          <a:xfrm>
            <a:off x="838158" y="1424311"/>
            <a:ext cx="10429918" cy="9810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hu-HU" b="1" dirty="0">
                <a:solidFill>
                  <a:schemeClr val="dk1"/>
                </a:solidFill>
                <a:latin typeface="IBM Plex Serif SemiBold" panose="02060703050406000203" pitchFamily="18" charset="-18"/>
                <a:ea typeface="Mukta"/>
                <a:cs typeface="Mukta"/>
                <a:sym typeface="Mukta"/>
              </a:rPr>
              <a:t>Megjegyzés</a:t>
            </a:r>
            <a:r>
              <a:rPr lang="en" b="1" dirty="0">
                <a:solidFill>
                  <a:schemeClr val="dk1"/>
                </a:solidFill>
                <a:latin typeface="IBM Plex Serif SemiBold" panose="02060703050406000203" pitchFamily="18" charset="-18"/>
                <a:ea typeface="Mukta"/>
                <a:cs typeface="Mukta"/>
                <a:sym typeface="Mukta"/>
              </a:rPr>
              <a:t>: </a:t>
            </a:r>
            <a:r>
              <a:rPr lang="hu-HU" dirty="0">
                <a:solidFill>
                  <a:schemeClr val="dk1"/>
                </a:solidFill>
                <a:latin typeface="IBM Plex Serif Light" panose="02060403050406000203" pitchFamily="18" charset="-18"/>
                <a:ea typeface="Mukta"/>
                <a:cs typeface="Mukta"/>
                <a:sym typeface="Mukta"/>
              </a:rPr>
              <a:t>Az alábbi táblázat fejléce az elsődleges sötétkék szín, de 75%-os átlátszóságra állítva. A főszínek kizárólag </a:t>
            </a:r>
            <a:r>
              <a:rPr lang="hu-HU" dirty="0" err="1">
                <a:solidFill>
                  <a:schemeClr val="dk1"/>
                </a:solidFill>
                <a:latin typeface="IBM Plex Serif Light" panose="02060403050406000203" pitchFamily="18" charset="-18"/>
                <a:ea typeface="Mukta"/>
                <a:cs typeface="Mukta"/>
                <a:sym typeface="Mukta"/>
              </a:rPr>
              <a:t>összegyetemi</a:t>
            </a:r>
            <a:r>
              <a:rPr lang="hu-HU" dirty="0">
                <a:solidFill>
                  <a:schemeClr val="dk1"/>
                </a:solidFill>
                <a:latin typeface="IBM Plex Serif Light" panose="02060403050406000203" pitchFamily="18" charset="-18"/>
                <a:ea typeface="Mukta"/>
                <a:cs typeface="Mukta"/>
                <a:sym typeface="Mukta"/>
              </a:rPr>
              <a:t> megjelenésben használhatóak. Az elsődleges színek a sötétkék (HEX: #285780)  és a türkiz (HEX: #00B0B9).</a:t>
            </a:r>
            <a:endParaRPr sz="2200" b="1" dirty="0">
              <a:latin typeface="IBM Plex Serif SemiBold" panose="020F0502020204030204" pitchFamily="18" charset="-18"/>
              <a:ea typeface="Gentium Book Plus"/>
              <a:cs typeface="Gentium Book Plus"/>
              <a:sym typeface="Mukta"/>
            </a:endParaRPr>
          </a:p>
        </p:txBody>
      </p:sp>
      <p:graphicFrame>
        <p:nvGraphicFramePr>
          <p:cNvPr id="8" name="Google Shape;1019;p68">
            <a:extLst>
              <a:ext uri="{FF2B5EF4-FFF2-40B4-BE49-F238E27FC236}">
                <a16:creationId xmlns:a16="http://schemas.microsoft.com/office/drawing/2014/main" id="{763DDB0F-128B-65FE-4D7F-B6F405A4A63B}"/>
              </a:ext>
            </a:extLst>
          </p:cNvPr>
          <p:cNvGraphicFramePr/>
          <p:nvPr>
            <p:extLst>
              <p:ext uri="{D42A27DB-BD31-4B8C-83A1-F6EECF244321}">
                <p14:modId xmlns:p14="http://schemas.microsoft.com/office/powerpoint/2010/main" val="3541954092"/>
              </p:ext>
            </p:extLst>
          </p:nvPr>
        </p:nvGraphicFramePr>
        <p:xfrm>
          <a:off x="838158" y="2595851"/>
          <a:ext cx="10429852" cy="2947699"/>
        </p:xfrm>
        <a:graphic>
          <a:graphicData uri="http://schemas.openxmlformats.org/drawingml/2006/table">
            <a:tbl>
              <a:tblPr>
                <a:noFill/>
              </a:tblPr>
              <a:tblGrid>
                <a:gridCol w="2085984">
                  <a:extLst>
                    <a:ext uri="{9D8B030D-6E8A-4147-A177-3AD203B41FA5}">
                      <a16:colId xmlns:a16="http://schemas.microsoft.com/office/drawing/2014/main" val="20000"/>
                    </a:ext>
                  </a:extLst>
                </a:gridCol>
                <a:gridCol w="2085984">
                  <a:extLst>
                    <a:ext uri="{9D8B030D-6E8A-4147-A177-3AD203B41FA5}">
                      <a16:colId xmlns:a16="http://schemas.microsoft.com/office/drawing/2014/main" val="20001"/>
                    </a:ext>
                  </a:extLst>
                </a:gridCol>
                <a:gridCol w="2085984">
                  <a:extLst>
                    <a:ext uri="{9D8B030D-6E8A-4147-A177-3AD203B41FA5}">
                      <a16:colId xmlns:a16="http://schemas.microsoft.com/office/drawing/2014/main" val="20002"/>
                    </a:ext>
                  </a:extLst>
                </a:gridCol>
                <a:gridCol w="2085984">
                  <a:extLst>
                    <a:ext uri="{9D8B030D-6E8A-4147-A177-3AD203B41FA5}">
                      <a16:colId xmlns:a16="http://schemas.microsoft.com/office/drawing/2014/main" val="20003"/>
                    </a:ext>
                  </a:extLst>
                </a:gridCol>
                <a:gridCol w="2085916">
                  <a:extLst>
                    <a:ext uri="{9D8B030D-6E8A-4147-A177-3AD203B41FA5}">
                      <a16:colId xmlns:a16="http://schemas.microsoft.com/office/drawing/2014/main" val="20004"/>
                    </a:ext>
                  </a:extLst>
                </a:gridCol>
              </a:tblGrid>
              <a:tr h="985770">
                <a:tc>
                  <a:txBody>
                    <a:bodyPr/>
                    <a:lstStyle/>
                    <a:p>
                      <a:pPr marL="0" lvl="0" indent="0" algn="l" rtl="0">
                        <a:lnSpc>
                          <a:spcPct val="115000"/>
                        </a:lnSpc>
                        <a:spcBef>
                          <a:spcPts val="0"/>
                        </a:spcBef>
                        <a:spcAft>
                          <a:spcPts val="0"/>
                        </a:spcAft>
                        <a:buNone/>
                      </a:pPr>
                      <a:r>
                        <a:rPr lang="en" sz="2200" dirty="0">
                          <a:solidFill>
                            <a:schemeClr val="dk1"/>
                          </a:solidFill>
                          <a:latin typeface="IBM Plex Serif SemiBold" panose="02060703050406000203" pitchFamily="18" charset="-18"/>
                          <a:ea typeface="Gentium Book Plus"/>
                          <a:cs typeface="Gentium Book Plus"/>
                          <a:sym typeface="Gentium Book Plus"/>
                        </a:rPr>
                        <a:t>Individual research</a:t>
                      </a:r>
                      <a:endParaRPr sz="2200" dirty="0">
                        <a:solidFill>
                          <a:schemeClr val="dk1"/>
                        </a:solidFill>
                        <a:latin typeface="IBM Plex Serif SemiBold" panose="02060703050406000203" pitchFamily="18" charset="-18"/>
                        <a:ea typeface="Gentium Book Plus"/>
                        <a:cs typeface="Gentium Book Plus"/>
                        <a:sym typeface="Gentium Book Plus"/>
                      </a:endParaRPr>
                    </a:p>
                  </a:txBody>
                  <a:tcPr marL="91425" marR="91425" marT="91425" marB="91425" anchor="b">
                    <a:lnL w="9525" cap="flat" cmpd="sng">
                      <a:solidFill>
                        <a:srgbClr val="D9D9E3">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E3">
                          <a:alpha val="0"/>
                        </a:srgbClr>
                      </a:solidFill>
                      <a:prstDash val="solid"/>
                      <a:round/>
                      <a:headEnd type="none" w="sm" len="sm"/>
                      <a:tailEnd type="none" w="sm" len="sm"/>
                    </a:lnT>
                    <a:lnB w="9525" cap="flat" cmpd="sng">
                      <a:solidFill>
                        <a:schemeClr val="dk2"/>
                      </a:solidFill>
                      <a:prstDash val="solid"/>
                      <a:round/>
                      <a:headEnd type="none" w="sm" len="sm"/>
                      <a:tailEnd type="none" w="sm" len="sm"/>
                    </a:lnB>
                    <a:solidFill>
                      <a:srgbClr val="285780">
                        <a:alpha val="25098"/>
                      </a:srgbClr>
                    </a:solidFill>
                  </a:tcPr>
                </a:tc>
                <a:tc>
                  <a:txBody>
                    <a:bodyPr/>
                    <a:lstStyle/>
                    <a:p>
                      <a:pPr marL="0" lvl="0" indent="0" algn="l" rtl="0">
                        <a:lnSpc>
                          <a:spcPct val="115000"/>
                        </a:lnSpc>
                        <a:spcBef>
                          <a:spcPts val="0"/>
                        </a:spcBef>
                        <a:spcAft>
                          <a:spcPts val="0"/>
                        </a:spcAft>
                        <a:buNone/>
                      </a:pPr>
                      <a:r>
                        <a:rPr lang="en" sz="2200" dirty="0">
                          <a:solidFill>
                            <a:schemeClr val="dk1"/>
                          </a:solidFill>
                          <a:latin typeface="IBM Plex Serif SemiBold" panose="02060703050406000203" pitchFamily="18" charset="-18"/>
                          <a:ea typeface="Gentium Book Plus"/>
                          <a:cs typeface="Gentium Book Plus"/>
                          <a:sym typeface="Gentium Book Plus"/>
                        </a:rPr>
                        <a:t>Group discussion</a:t>
                      </a:r>
                      <a:endParaRPr sz="2200" dirty="0">
                        <a:solidFill>
                          <a:schemeClr val="dk1"/>
                        </a:solidFill>
                        <a:latin typeface="IBM Plex Serif SemiBold" panose="02060703050406000203" pitchFamily="18" charset="-18"/>
                        <a:ea typeface="Gentium Book Plus"/>
                        <a:cs typeface="Gentium Book Plus"/>
                        <a:sym typeface="Gentium Book Plus"/>
                      </a:endParaRPr>
                    </a:p>
                  </a:txBody>
                  <a:tcPr marL="91425" marR="91425" marT="91425" marB="91425"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E3">
                          <a:alpha val="0"/>
                        </a:srgbClr>
                      </a:solidFill>
                      <a:prstDash val="solid"/>
                      <a:round/>
                      <a:headEnd type="none" w="sm" len="sm"/>
                      <a:tailEnd type="none" w="sm" len="sm"/>
                    </a:lnT>
                    <a:lnB w="9525" cap="flat" cmpd="sng">
                      <a:solidFill>
                        <a:schemeClr val="dk2"/>
                      </a:solidFill>
                      <a:prstDash val="solid"/>
                      <a:round/>
                      <a:headEnd type="none" w="sm" len="sm"/>
                      <a:tailEnd type="none" w="sm" len="sm"/>
                    </a:lnB>
                    <a:solidFill>
                      <a:srgbClr val="285780">
                        <a:alpha val="25098"/>
                      </a:srgbClr>
                    </a:solidFill>
                  </a:tcPr>
                </a:tc>
                <a:tc>
                  <a:txBody>
                    <a:bodyPr/>
                    <a:lstStyle/>
                    <a:p>
                      <a:pPr marL="0" lvl="0" indent="0" algn="l" rtl="0">
                        <a:lnSpc>
                          <a:spcPct val="115000"/>
                        </a:lnSpc>
                        <a:spcBef>
                          <a:spcPts val="0"/>
                        </a:spcBef>
                        <a:spcAft>
                          <a:spcPts val="0"/>
                        </a:spcAft>
                        <a:buNone/>
                      </a:pPr>
                      <a:r>
                        <a:rPr lang="en" sz="2200" dirty="0">
                          <a:solidFill>
                            <a:schemeClr val="dk1"/>
                          </a:solidFill>
                          <a:latin typeface="IBM Plex Serif SemiBold" panose="02060703050406000203" pitchFamily="18" charset="-18"/>
                          <a:ea typeface="Gentium Book Plus"/>
                          <a:cs typeface="Gentium Book Plus"/>
                          <a:sym typeface="Gentium Book Plus"/>
                        </a:rPr>
                        <a:t>Glossary Creation </a:t>
                      </a:r>
                      <a:endParaRPr sz="2200" dirty="0">
                        <a:solidFill>
                          <a:schemeClr val="dk1"/>
                        </a:solidFill>
                        <a:latin typeface="IBM Plex Serif SemiBold" panose="02060703050406000203" pitchFamily="18" charset="-18"/>
                        <a:ea typeface="Gentium Book Plus"/>
                        <a:cs typeface="Gentium Book Plus"/>
                        <a:sym typeface="Gentium Book Plus"/>
                      </a:endParaRPr>
                    </a:p>
                  </a:txBody>
                  <a:tcPr marL="91425" marR="91425" marT="91425" marB="91425"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E3">
                          <a:alpha val="0"/>
                        </a:srgbClr>
                      </a:solidFill>
                      <a:prstDash val="solid"/>
                      <a:round/>
                      <a:headEnd type="none" w="sm" len="sm"/>
                      <a:tailEnd type="none" w="sm" len="sm"/>
                    </a:lnT>
                    <a:lnB w="9525" cap="flat" cmpd="sng">
                      <a:solidFill>
                        <a:schemeClr val="dk2"/>
                      </a:solidFill>
                      <a:prstDash val="solid"/>
                      <a:round/>
                      <a:headEnd type="none" w="sm" len="sm"/>
                      <a:tailEnd type="none" w="sm" len="sm"/>
                    </a:lnB>
                    <a:solidFill>
                      <a:srgbClr val="285780">
                        <a:alpha val="25098"/>
                      </a:srgbClr>
                    </a:solidFill>
                  </a:tcPr>
                </a:tc>
                <a:tc>
                  <a:txBody>
                    <a:bodyPr/>
                    <a:lstStyle/>
                    <a:p>
                      <a:pPr marL="0" lvl="0" indent="0" algn="l" rtl="0">
                        <a:lnSpc>
                          <a:spcPct val="115000"/>
                        </a:lnSpc>
                        <a:spcBef>
                          <a:spcPts val="0"/>
                        </a:spcBef>
                        <a:spcAft>
                          <a:spcPts val="0"/>
                        </a:spcAft>
                        <a:buNone/>
                      </a:pPr>
                      <a:r>
                        <a:rPr lang="en" sz="2200" dirty="0">
                          <a:solidFill>
                            <a:schemeClr val="dk1"/>
                          </a:solidFill>
                          <a:latin typeface="IBM Plex Serif SemiBold" panose="02060703050406000203" pitchFamily="18" charset="-18"/>
                          <a:ea typeface="Gentium Book Plus"/>
                          <a:cs typeface="Gentium Book Plus"/>
                          <a:sym typeface="Gentium Book Plus"/>
                        </a:rPr>
                        <a:t>Discussion</a:t>
                      </a:r>
                      <a:endParaRPr sz="2200" dirty="0">
                        <a:solidFill>
                          <a:schemeClr val="dk1"/>
                        </a:solidFill>
                        <a:latin typeface="IBM Plex Serif SemiBold" panose="02060703050406000203" pitchFamily="18" charset="-18"/>
                        <a:ea typeface="Gentium Book Plus"/>
                        <a:cs typeface="Gentium Book Plus"/>
                        <a:sym typeface="Gentium Book Plus"/>
                      </a:endParaRPr>
                    </a:p>
                  </a:txBody>
                  <a:tcPr marL="91425" marR="91425" marT="91425" marB="91425"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E3">
                          <a:alpha val="0"/>
                        </a:srgbClr>
                      </a:solidFill>
                      <a:prstDash val="solid"/>
                      <a:round/>
                      <a:headEnd type="none" w="sm" len="sm"/>
                      <a:tailEnd type="none" w="sm" len="sm"/>
                    </a:lnT>
                    <a:lnB w="9525" cap="flat" cmpd="sng">
                      <a:solidFill>
                        <a:schemeClr val="dk2"/>
                      </a:solidFill>
                      <a:prstDash val="solid"/>
                      <a:round/>
                      <a:headEnd type="none" w="sm" len="sm"/>
                      <a:tailEnd type="none" w="sm" len="sm"/>
                    </a:lnB>
                    <a:solidFill>
                      <a:srgbClr val="285780">
                        <a:alpha val="25098"/>
                      </a:srgbClr>
                    </a:solidFill>
                  </a:tcPr>
                </a:tc>
                <a:tc>
                  <a:txBody>
                    <a:bodyPr/>
                    <a:lstStyle/>
                    <a:p>
                      <a:pPr marL="0" lvl="0" indent="0" algn="l" rtl="0">
                        <a:lnSpc>
                          <a:spcPct val="115000"/>
                        </a:lnSpc>
                        <a:spcBef>
                          <a:spcPts val="0"/>
                        </a:spcBef>
                        <a:spcAft>
                          <a:spcPts val="0"/>
                        </a:spcAft>
                        <a:buNone/>
                      </a:pPr>
                      <a:r>
                        <a:rPr lang="en" sz="2200" dirty="0">
                          <a:solidFill>
                            <a:schemeClr val="dk1"/>
                          </a:solidFill>
                          <a:latin typeface="IBM Plex Serif SemiBold" panose="02060703050406000203" pitchFamily="18" charset="-18"/>
                          <a:ea typeface="Gentium Book Plus"/>
                          <a:cs typeface="Gentium Book Plus"/>
                          <a:sym typeface="Gentium Book Plus"/>
                        </a:rPr>
                        <a:t>Homework</a:t>
                      </a:r>
                      <a:endParaRPr sz="2200" dirty="0">
                        <a:solidFill>
                          <a:schemeClr val="dk1"/>
                        </a:solidFill>
                        <a:latin typeface="IBM Plex Serif SemiBold" panose="02060703050406000203" pitchFamily="18" charset="-18"/>
                        <a:ea typeface="Gentium Book Plus"/>
                        <a:cs typeface="Gentium Book Plus"/>
                        <a:sym typeface="Gentium Book Plus"/>
                      </a:endParaRPr>
                    </a:p>
                  </a:txBody>
                  <a:tcPr marL="91425" marR="91425" marT="91425" marB="91425" anchor="b">
                    <a:lnL w="9525" cap="flat" cmpd="sng">
                      <a:solidFill>
                        <a:schemeClr val="dk1"/>
                      </a:solidFill>
                      <a:prstDash val="solid"/>
                      <a:round/>
                      <a:headEnd type="none" w="sm" len="sm"/>
                      <a:tailEnd type="none" w="sm" len="sm"/>
                    </a:lnL>
                    <a:lnR w="9525" cap="flat" cmpd="sng">
                      <a:solidFill>
                        <a:srgbClr val="D9D9E3">
                          <a:alpha val="0"/>
                        </a:srgbClr>
                      </a:solidFill>
                      <a:prstDash val="solid"/>
                      <a:round/>
                      <a:headEnd type="none" w="sm" len="sm"/>
                      <a:tailEnd type="none" w="sm" len="sm"/>
                    </a:lnR>
                    <a:lnT w="9525" cap="flat" cmpd="sng">
                      <a:solidFill>
                        <a:srgbClr val="D9D9E3">
                          <a:alpha val="0"/>
                        </a:srgbClr>
                      </a:solidFill>
                      <a:prstDash val="solid"/>
                      <a:round/>
                      <a:headEnd type="none" w="sm" len="sm"/>
                      <a:tailEnd type="none" w="sm" len="sm"/>
                    </a:lnT>
                    <a:lnB w="9525" cap="flat" cmpd="sng">
                      <a:solidFill>
                        <a:schemeClr val="dk2"/>
                      </a:solidFill>
                      <a:prstDash val="solid"/>
                      <a:round/>
                      <a:headEnd type="none" w="sm" len="sm"/>
                      <a:tailEnd type="none" w="sm" len="sm"/>
                    </a:lnB>
                    <a:solidFill>
                      <a:srgbClr val="285780">
                        <a:alpha val="25098"/>
                      </a:srgbClr>
                    </a:solidFill>
                  </a:tcPr>
                </a:tc>
                <a:extLst>
                  <a:ext uri="{0D108BD9-81ED-4DB2-BD59-A6C34878D82A}">
                    <a16:rowId xmlns:a16="http://schemas.microsoft.com/office/drawing/2014/main" val="10000"/>
                  </a:ext>
                </a:extLst>
              </a:tr>
              <a:tr h="419867">
                <a:tc rowSpan="3">
                  <a:txBody>
                    <a:bodyPr/>
                    <a:lstStyle/>
                    <a:p>
                      <a:pPr marL="0" lvl="0" indent="0" algn="l" rtl="0">
                        <a:lnSpc>
                          <a:spcPct val="115000"/>
                        </a:lnSpc>
                        <a:spcBef>
                          <a:spcPts val="0"/>
                        </a:spcBef>
                        <a:spcAft>
                          <a:spcPts val="0"/>
                        </a:spcAft>
                        <a:buNone/>
                      </a:pPr>
                      <a:r>
                        <a:rPr lang="en" sz="1300" dirty="0">
                          <a:solidFill>
                            <a:schemeClr val="dk1"/>
                          </a:solidFill>
                          <a:latin typeface="IBM Plex Serif Light" panose="02060403050406000203" pitchFamily="18" charset="-18"/>
                          <a:ea typeface="Mukta"/>
                          <a:cs typeface="Mukta"/>
                          <a:sym typeface="Mukta"/>
                        </a:rPr>
                        <a:t>Each student researches five medical terms related to different body systems</a:t>
                      </a:r>
                      <a:endParaRPr sz="1300" dirty="0">
                        <a:solidFill>
                          <a:schemeClr val="dk1"/>
                        </a:solidFill>
                        <a:latin typeface="IBM Plex Serif Light" panose="02060403050406000203" pitchFamily="18" charset="-18"/>
                        <a:ea typeface="Mukta"/>
                        <a:cs typeface="Mukta"/>
                        <a:sym typeface="Mukta"/>
                      </a:endParaRPr>
                    </a:p>
                    <a:p>
                      <a:pPr marL="0" lvl="0" indent="0" algn="l" rtl="0">
                        <a:lnSpc>
                          <a:spcPct val="115000"/>
                        </a:lnSpc>
                        <a:spcBef>
                          <a:spcPts val="0"/>
                        </a:spcBef>
                        <a:spcAft>
                          <a:spcPts val="0"/>
                        </a:spcAft>
                        <a:buNone/>
                      </a:pPr>
                      <a:endParaRPr sz="1300" dirty="0">
                        <a:solidFill>
                          <a:schemeClr val="dk1"/>
                        </a:solidFill>
                        <a:latin typeface="IBM Plex Serif Light" panose="02060403050406000203" pitchFamily="18" charset="-18"/>
                        <a:ea typeface="Mukta"/>
                        <a:cs typeface="Mukta"/>
                        <a:sym typeface="Mukta"/>
                      </a:endParaRPr>
                    </a:p>
                  </a:txBody>
                  <a:tcPr marL="91425" marR="91425" marT="91425" marB="91425">
                    <a:lnL w="9525" cap="flat" cmpd="sng">
                      <a:solidFill>
                        <a:srgbClr val="D9D9E3">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1"/>
                    </a:solidFill>
                  </a:tcPr>
                </a:tc>
                <a:tc rowSpan="3">
                  <a:txBody>
                    <a:bodyPr/>
                    <a:lstStyle/>
                    <a:p>
                      <a:pPr marL="0" lvl="0" indent="0" algn="l" rtl="0">
                        <a:lnSpc>
                          <a:spcPct val="115000"/>
                        </a:lnSpc>
                        <a:spcBef>
                          <a:spcPts val="0"/>
                        </a:spcBef>
                        <a:spcAft>
                          <a:spcPts val="0"/>
                        </a:spcAft>
                        <a:buNone/>
                      </a:pPr>
                      <a:r>
                        <a:rPr lang="en" sz="1300" dirty="0">
                          <a:solidFill>
                            <a:schemeClr val="dk1"/>
                          </a:solidFill>
                          <a:latin typeface="IBM Plex Serif Light" panose="02060403050406000203" pitchFamily="18" charset="-18"/>
                          <a:ea typeface="Mukta"/>
                          <a:cs typeface="Mukta"/>
                          <a:sym typeface="Mukta"/>
                        </a:rPr>
                        <a:t>Students form groups.</a:t>
                      </a:r>
                      <a:endParaRPr sz="1300" dirty="0">
                        <a:solidFill>
                          <a:schemeClr val="dk1"/>
                        </a:solidFill>
                        <a:latin typeface="IBM Plex Serif Light" panose="02060403050406000203" pitchFamily="18" charset="-18"/>
                        <a:ea typeface="Mukta"/>
                        <a:cs typeface="Mukta"/>
                        <a:sym typeface="Mukta"/>
                      </a:endParaRPr>
                    </a:p>
                    <a:p>
                      <a:pPr marL="0" lvl="0" indent="0" algn="l" rtl="0">
                        <a:lnSpc>
                          <a:spcPct val="115000"/>
                        </a:lnSpc>
                        <a:spcBef>
                          <a:spcPts val="0"/>
                        </a:spcBef>
                        <a:spcAft>
                          <a:spcPts val="0"/>
                        </a:spcAft>
                        <a:buNone/>
                      </a:pPr>
                      <a:r>
                        <a:rPr lang="en" sz="1300" dirty="0">
                          <a:solidFill>
                            <a:schemeClr val="dk1"/>
                          </a:solidFill>
                          <a:latin typeface="IBM Plex Serif Light" panose="02060403050406000203" pitchFamily="18" charset="-18"/>
                          <a:ea typeface="Mukta"/>
                          <a:cs typeface="Mukta"/>
                          <a:sym typeface="Mukta"/>
                        </a:rPr>
                        <a:t>Compare definitions and select three most relevant terms per group</a:t>
                      </a:r>
                      <a:endParaRPr sz="1300" dirty="0">
                        <a:solidFill>
                          <a:schemeClr val="dk1"/>
                        </a:solidFill>
                        <a:latin typeface="IBM Plex Serif Light" panose="02060403050406000203" pitchFamily="18" charset="-18"/>
                        <a:ea typeface="Mukta"/>
                        <a:cs typeface="Mukta"/>
                        <a:sym typeface="Mukt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1"/>
                    </a:solidFill>
                  </a:tcPr>
                </a:tc>
                <a:tc rowSpan="3">
                  <a:txBody>
                    <a:bodyPr/>
                    <a:lstStyle/>
                    <a:p>
                      <a:pPr marL="0" lvl="0" indent="0" algn="l" rtl="0">
                        <a:lnSpc>
                          <a:spcPct val="115000"/>
                        </a:lnSpc>
                        <a:spcBef>
                          <a:spcPts val="0"/>
                        </a:spcBef>
                        <a:spcAft>
                          <a:spcPts val="0"/>
                        </a:spcAft>
                        <a:buNone/>
                      </a:pPr>
                      <a:r>
                        <a:rPr lang="en" sz="1300" dirty="0">
                          <a:solidFill>
                            <a:schemeClr val="dk1"/>
                          </a:solidFill>
                          <a:latin typeface="IBM Plex Serif Light" panose="02060403050406000203" pitchFamily="18" charset="-18"/>
                          <a:ea typeface="Mukta"/>
                          <a:cs typeface="Mukta"/>
                          <a:sym typeface="Mukta"/>
                        </a:rPr>
                        <a:t>Groups present selected terms to class, explaining meanings and significance.</a:t>
                      </a:r>
                      <a:endParaRPr sz="1300" dirty="0">
                        <a:solidFill>
                          <a:schemeClr val="dk1"/>
                        </a:solidFill>
                        <a:latin typeface="IBM Plex Serif Light" panose="02060403050406000203" pitchFamily="18" charset="-18"/>
                        <a:ea typeface="Mukta"/>
                        <a:cs typeface="Mukta"/>
                        <a:sym typeface="Mukta"/>
                      </a:endParaRPr>
                    </a:p>
                    <a:p>
                      <a:pPr marL="0" lvl="0" indent="0" algn="l" rtl="0">
                        <a:lnSpc>
                          <a:spcPct val="115000"/>
                        </a:lnSpc>
                        <a:spcBef>
                          <a:spcPts val="0"/>
                        </a:spcBef>
                        <a:spcAft>
                          <a:spcPts val="0"/>
                        </a:spcAft>
                        <a:buNone/>
                      </a:pPr>
                      <a:r>
                        <a:rPr lang="en" sz="1300" dirty="0">
                          <a:solidFill>
                            <a:schemeClr val="dk1"/>
                          </a:solidFill>
                          <a:latin typeface="IBM Plex Serif Light" panose="02060403050406000203" pitchFamily="18" charset="-18"/>
                          <a:ea typeface="Mukta"/>
                          <a:cs typeface="Mukta"/>
                          <a:sym typeface="Mukta"/>
                        </a:rPr>
                        <a:t>Collaboratively create a glossary</a:t>
                      </a:r>
                      <a:endParaRPr sz="1300" dirty="0">
                        <a:solidFill>
                          <a:schemeClr val="dk1"/>
                        </a:solidFill>
                        <a:latin typeface="IBM Plex Serif Light" panose="02060403050406000203" pitchFamily="18" charset="-18"/>
                        <a:ea typeface="Mukta"/>
                        <a:cs typeface="Mukta"/>
                        <a:sym typeface="Mukt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1"/>
                    </a:solidFill>
                  </a:tcPr>
                </a:tc>
                <a:tc rowSpan="3">
                  <a:txBody>
                    <a:bodyPr/>
                    <a:lstStyle/>
                    <a:p>
                      <a:pPr marL="0" lvl="0" indent="0" algn="l" rtl="0">
                        <a:lnSpc>
                          <a:spcPct val="115000"/>
                        </a:lnSpc>
                        <a:spcBef>
                          <a:spcPts val="0"/>
                        </a:spcBef>
                        <a:spcAft>
                          <a:spcPts val="0"/>
                        </a:spcAft>
                        <a:buNone/>
                      </a:pPr>
                      <a:r>
                        <a:rPr lang="en" sz="1300" dirty="0">
                          <a:solidFill>
                            <a:schemeClr val="dk1"/>
                          </a:solidFill>
                          <a:latin typeface="IBM Plex Serif Light" panose="02060403050406000203" pitchFamily="18" charset="-18"/>
                          <a:ea typeface="Mukta"/>
                          <a:cs typeface="Mukta"/>
                          <a:sym typeface="Mukta"/>
                        </a:rPr>
                        <a:t>Class discusses presented terms and glossary content</a:t>
                      </a:r>
                      <a:endParaRPr sz="1300" dirty="0">
                        <a:solidFill>
                          <a:schemeClr val="dk1"/>
                        </a:solidFill>
                        <a:latin typeface="IBM Plex Serif Light" panose="02060403050406000203" pitchFamily="18" charset="-18"/>
                        <a:ea typeface="Mukta"/>
                        <a:cs typeface="Mukta"/>
                        <a:sym typeface="Mukta"/>
                      </a:endParaRPr>
                    </a:p>
                    <a:p>
                      <a:pPr marL="0" lvl="0" indent="0" algn="l" rtl="0">
                        <a:lnSpc>
                          <a:spcPct val="115000"/>
                        </a:lnSpc>
                        <a:spcBef>
                          <a:spcPts val="0"/>
                        </a:spcBef>
                        <a:spcAft>
                          <a:spcPts val="0"/>
                        </a:spcAft>
                        <a:buNone/>
                      </a:pPr>
                      <a:endParaRPr sz="1300" dirty="0">
                        <a:solidFill>
                          <a:schemeClr val="dk1"/>
                        </a:solidFill>
                        <a:latin typeface="IBM Plex Serif Light" panose="02060403050406000203" pitchFamily="18" charset="-18"/>
                        <a:ea typeface="Mukta"/>
                        <a:cs typeface="Mukta"/>
                        <a:sym typeface="Mukt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rowSpan="3">
                  <a:txBody>
                    <a:bodyPr/>
                    <a:lstStyle/>
                    <a:p>
                      <a:pPr marL="0" lvl="0" indent="0" algn="l" rtl="0">
                        <a:lnSpc>
                          <a:spcPct val="115000"/>
                        </a:lnSpc>
                        <a:spcBef>
                          <a:spcPts val="0"/>
                        </a:spcBef>
                        <a:spcAft>
                          <a:spcPts val="0"/>
                        </a:spcAft>
                        <a:buNone/>
                      </a:pPr>
                      <a:r>
                        <a:rPr lang="en" sz="1300" dirty="0">
                          <a:solidFill>
                            <a:schemeClr val="dk1"/>
                          </a:solidFill>
                          <a:latin typeface="IBM Plex Serif Light" panose="02060403050406000203" pitchFamily="18" charset="-18"/>
                          <a:ea typeface="Mukta"/>
                          <a:cs typeface="Mukta"/>
                          <a:sym typeface="Mukta"/>
                        </a:rPr>
                        <a:t>Write a paragraph using at least five terms from the glossary in appropriate medical contexts</a:t>
                      </a:r>
                      <a:endParaRPr sz="1300" dirty="0">
                        <a:solidFill>
                          <a:schemeClr val="dk1"/>
                        </a:solidFill>
                        <a:latin typeface="IBM Plex Serif Light" panose="02060403050406000203" pitchFamily="18" charset="-18"/>
                        <a:ea typeface="Mukta"/>
                        <a:cs typeface="Mukta"/>
                        <a:sym typeface="Mukta"/>
                      </a:endParaRPr>
                    </a:p>
                  </a:txBody>
                  <a:tcPr marL="91425" marR="91425" marT="91425" marB="91425">
                    <a:lnL w="9525" cap="flat" cmpd="sng">
                      <a:solidFill>
                        <a:schemeClr val="dk1"/>
                      </a:solidFill>
                      <a:prstDash val="solid"/>
                      <a:round/>
                      <a:headEnd type="none" w="sm" len="sm"/>
                      <a:tailEnd type="none" w="sm" len="sm"/>
                    </a:lnL>
                    <a:lnR w="9525" cap="flat" cmpd="sng">
                      <a:solidFill>
                        <a:srgbClr val="D9D9E3">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419867">
                <a:tc vMerge="1">
                  <a:txBody>
                    <a:bodyPr/>
                    <a:lstStyle/>
                    <a:p>
                      <a:endParaRPr lang="hu-HU"/>
                    </a:p>
                  </a:txBody>
                  <a:tcPr/>
                </a:tc>
                <a:tc vMerge="1">
                  <a:txBody>
                    <a:bodyPr/>
                    <a:lstStyle/>
                    <a:p>
                      <a:endParaRPr lang="hu-HU"/>
                    </a:p>
                  </a:txBody>
                  <a:tcPr/>
                </a:tc>
                <a:tc vMerge="1">
                  <a:txBody>
                    <a:bodyPr/>
                    <a:lstStyle/>
                    <a:p>
                      <a:endParaRPr lang="hu-HU"/>
                    </a:p>
                  </a:txBody>
                  <a:tcPr/>
                </a:tc>
                <a:tc vMerge="1">
                  <a:txBody>
                    <a:bodyPr/>
                    <a:lstStyle/>
                    <a:p>
                      <a:endParaRPr lang="hu-HU"/>
                    </a:p>
                  </a:txBody>
                  <a:tcPr/>
                </a:tc>
                <a:tc vMerge="1">
                  <a:txBody>
                    <a:bodyPr/>
                    <a:lstStyle/>
                    <a:p>
                      <a:endParaRPr lang="hu-HU"/>
                    </a:p>
                  </a:txBody>
                  <a:tcPr/>
                </a:tc>
                <a:extLst>
                  <a:ext uri="{0D108BD9-81ED-4DB2-BD59-A6C34878D82A}">
                    <a16:rowId xmlns:a16="http://schemas.microsoft.com/office/drawing/2014/main" val="10002"/>
                  </a:ext>
                </a:extLst>
              </a:tr>
              <a:tr h="1122195">
                <a:tc vMerge="1">
                  <a:txBody>
                    <a:bodyPr/>
                    <a:lstStyle/>
                    <a:p>
                      <a:endParaRPr lang="hu-HU"/>
                    </a:p>
                  </a:txBody>
                  <a:tcPr/>
                </a:tc>
                <a:tc vMerge="1">
                  <a:txBody>
                    <a:bodyPr/>
                    <a:lstStyle/>
                    <a:p>
                      <a:endParaRPr lang="hu-HU"/>
                    </a:p>
                  </a:txBody>
                  <a:tcPr/>
                </a:tc>
                <a:tc vMerge="1">
                  <a:txBody>
                    <a:bodyPr/>
                    <a:lstStyle/>
                    <a:p>
                      <a:endParaRPr lang="hu-HU"/>
                    </a:p>
                  </a:txBody>
                  <a:tcPr/>
                </a:tc>
                <a:tc vMerge="1">
                  <a:txBody>
                    <a:bodyPr/>
                    <a:lstStyle/>
                    <a:p>
                      <a:endParaRPr lang="hu-HU"/>
                    </a:p>
                  </a:txBody>
                  <a:tcPr/>
                </a:tc>
                <a:tc vMerge="1">
                  <a:txBody>
                    <a:bodyPr/>
                    <a:lstStyle/>
                    <a:p>
                      <a:endParaRPr lang="hu-HU"/>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94315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01;p55">
            <a:extLst>
              <a:ext uri="{FF2B5EF4-FFF2-40B4-BE49-F238E27FC236}">
                <a16:creationId xmlns:a16="http://schemas.microsoft.com/office/drawing/2014/main" id="{6E304BF2-407C-651F-A6F2-6827FDDA2911}"/>
              </a:ext>
            </a:extLst>
          </p:cNvPr>
          <p:cNvSpPr txBox="1">
            <a:spLocks noGrp="1"/>
          </p:cNvSpPr>
          <p:nvPr>
            <p:ph type="title"/>
          </p:nvPr>
        </p:nvSpPr>
        <p:spPr>
          <a:xfrm>
            <a:off x="838200" y="1981960"/>
            <a:ext cx="10515600" cy="13255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2000" dirty="0"/>
              <a:t>98,300,000</a:t>
            </a:r>
            <a:endParaRPr sz="12000" dirty="0"/>
          </a:p>
        </p:txBody>
      </p:sp>
      <p:sp>
        <p:nvSpPr>
          <p:cNvPr id="3" name="Google Shape;802;p55">
            <a:extLst>
              <a:ext uri="{FF2B5EF4-FFF2-40B4-BE49-F238E27FC236}">
                <a16:creationId xmlns:a16="http://schemas.microsoft.com/office/drawing/2014/main" id="{A9383DE0-B9BA-3DB1-F64A-2F7994D66BDB}"/>
              </a:ext>
            </a:extLst>
          </p:cNvPr>
          <p:cNvSpPr txBox="1">
            <a:spLocks/>
          </p:cNvSpPr>
          <p:nvPr/>
        </p:nvSpPr>
        <p:spPr>
          <a:xfrm>
            <a:off x="3042357" y="3550477"/>
            <a:ext cx="5897700" cy="49710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hu-HU" sz="1600" kern="1200" dirty="0" smtClean="0">
                <a:solidFill>
                  <a:schemeClr val="tx1"/>
                </a:solidFill>
                <a:latin typeface="IBM Plex Serif Light" panose="02060403050406000203" pitchFamily="18" charset="-18"/>
                <a:ea typeface="+mn-ea"/>
                <a:cs typeface="+mn-cs"/>
              </a:defRPr>
            </a:lvl1pPr>
            <a:lvl2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2pPr>
            <a:lvl3pPr marL="742950" indent="-28575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3pPr>
            <a:lvl4pPr marL="228600" indent="-22860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4pPr>
            <a:lvl5pPr marL="228600" indent="-228600" algn="l" defTabSz="914400" rtl="0" eaLnBrk="1" latinLnBrk="0" hangingPunct="1">
              <a:lnSpc>
                <a:spcPct val="90000"/>
              </a:lnSpc>
              <a:spcBef>
                <a:spcPts val="1000"/>
              </a:spcBef>
              <a:buFont typeface="Arial" panose="020B0604020202020204" pitchFamily="34" charset="0"/>
              <a:buChar char="•"/>
              <a:defRPr lang="hu-HU" sz="1000" kern="1200" dirty="0">
                <a:solidFill>
                  <a:schemeClr val="tx1"/>
                </a:solidFill>
                <a:latin typeface="IBM Plex Serif Light" panose="02060403050406000203" pitchFamily="18" charset="-18"/>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lang="hu-HU" sz="1000" kern="1200" dirty="0" smtClean="0">
                <a:solidFill>
                  <a:schemeClr val="tx1"/>
                </a:solidFill>
                <a:latin typeface="IBM Plex Serif Light" panose="02060403050406000203" pitchFamily="18" charset="-18"/>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hu-HU" sz="2400" b="1" i="1" dirty="0">
                <a:latin typeface="IBM Plex Serif SemiBold" panose="02060703050406000203" pitchFamily="18" charset="-18"/>
              </a:rPr>
              <a:t>Egy megdöbbentően nagy szám</a:t>
            </a:r>
            <a:endParaRPr lang="en-US" sz="2400" b="1" i="1" dirty="0">
              <a:latin typeface="IBM Plex Serif SemiBold" panose="02060703050406000203" pitchFamily="18" charset="-18"/>
            </a:endParaRPr>
          </a:p>
        </p:txBody>
      </p:sp>
    </p:spTree>
    <p:extLst>
      <p:ext uri="{BB962C8B-B14F-4D97-AF65-F5344CB8AC3E}">
        <p14:creationId xmlns:p14="http://schemas.microsoft.com/office/powerpoint/2010/main" val="1499025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ím 4">
            <a:extLst>
              <a:ext uri="{FF2B5EF4-FFF2-40B4-BE49-F238E27FC236}">
                <a16:creationId xmlns:a16="http://schemas.microsoft.com/office/drawing/2014/main" id="{A94AA362-B33D-0B42-4DC1-10FAEB2D93F7}"/>
              </a:ext>
            </a:extLst>
          </p:cNvPr>
          <p:cNvSpPr>
            <a:spLocks noGrp="1"/>
          </p:cNvSpPr>
          <p:nvPr>
            <p:ph type="title" idx="4294967295"/>
          </p:nvPr>
        </p:nvSpPr>
        <p:spPr>
          <a:xfrm>
            <a:off x="936323" y="272240"/>
            <a:ext cx="10515600" cy="1325562"/>
          </a:xfrm>
        </p:spPr>
        <p:txBody>
          <a:bodyPr/>
          <a:lstStyle/>
          <a:p>
            <a:r>
              <a:rPr lang="hu-HU" dirty="0"/>
              <a:t>Szöveges példaoldal</a:t>
            </a:r>
          </a:p>
        </p:txBody>
      </p:sp>
      <p:sp>
        <p:nvSpPr>
          <p:cNvPr id="7" name="Google Shape;1025;p69">
            <a:extLst>
              <a:ext uri="{FF2B5EF4-FFF2-40B4-BE49-F238E27FC236}">
                <a16:creationId xmlns:a16="http://schemas.microsoft.com/office/drawing/2014/main" id="{41C8B646-9686-8B19-7CA4-1B9755B37DE2}"/>
              </a:ext>
            </a:extLst>
          </p:cNvPr>
          <p:cNvSpPr txBox="1"/>
          <p:nvPr/>
        </p:nvSpPr>
        <p:spPr>
          <a:xfrm>
            <a:off x="936323" y="1479461"/>
            <a:ext cx="10684175" cy="149479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IBM Plex Serif Light" panose="02060403050406000203" pitchFamily="18" charset="-18"/>
                <a:ea typeface="Mukta"/>
                <a:cs typeface="Mukta"/>
                <a:sym typeface="Mukta"/>
              </a:rPr>
              <a:t>Write an essay exploring the importance of medical terminology in the Bachelor of Science in Health Science program. Explain how a strong grasp of medical terminology is crucial for effective communication among healthcare professionals, accurate documentation, and patient care. Provide examples of specific medical terms used in health science disciplines and describe their significance</a:t>
            </a:r>
            <a:endParaRPr dirty="0">
              <a:solidFill>
                <a:schemeClr val="dk1"/>
              </a:solidFill>
              <a:latin typeface="IBM Plex Serif Light" panose="02060403050406000203" pitchFamily="18" charset="-18"/>
              <a:ea typeface="Mukta"/>
              <a:cs typeface="Mukta"/>
              <a:sym typeface="Mukta"/>
            </a:endParaRPr>
          </a:p>
        </p:txBody>
      </p:sp>
      <p:graphicFrame>
        <p:nvGraphicFramePr>
          <p:cNvPr id="8" name="Google Shape;1026;p69">
            <a:extLst>
              <a:ext uri="{FF2B5EF4-FFF2-40B4-BE49-F238E27FC236}">
                <a16:creationId xmlns:a16="http://schemas.microsoft.com/office/drawing/2014/main" id="{0CC7E373-44C1-C025-4C23-B1CF73E11C98}"/>
              </a:ext>
            </a:extLst>
          </p:cNvPr>
          <p:cNvGraphicFramePr/>
          <p:nvPr>
            <p:extLst>
              <p:ext uri="{D42A27DB-BD31-4B8C-83A1-F6EECF244321}">
                <p14:modId xmlns:p14="http://schemas.microsoft.com/office/powerpoint/2010/main" val="3747600133"/>
              </p:ext>
            </p:extLst>
          </p:nvPr>
        </p:nvGraphicFramePr>
        <p:xfrm>
          <a:off x="936322" y="3247052"/>
          <a:ext cx="10684175" cy="2462888"/>
        </p:xfrm>
        <a:graphic>
          <a:graphicData uri="http://schemas.openxmlformats.org/drawingml/2006/table">
            <a:tbl>
              <a:tblPr>
                <a:noFill/>
              </a:tblPr>
              <a:tblGrid>
                <a:gridCol w="3013037">
                  <a:extLst>
                    <a:ext uri="{9D8B030D-6E8A-4147-A177-3AD203B41FA5}">
                      <a16:colId xmlns:a16="http://schemas.microsoft.com/office/drawing/2014/main" val="20000"/>
                    </a:ext>
                  </a:extLst>
                </a:gridCol>
                <a:gridCol w="3152033">
                  <a:extLst>
                    <a:ext uri="{9D8B030D-6E8A-4147-A177-3AD203B41FA5}">
                      <a16:colId xmlns:a16="http://schemas.microsoft.com/office/drawing/2014/main" val="20001"/>
                    </a:ext>
                  </a:extLst>
                </a:gridCol>
                <a:gridCol w="1959632">
                  <a:extLst>
                    <a:ext uri="{9D8B030D-6E8A-4147-A177-3AD203B41FA5}">
                      <a16:colId xmlns:a16="http://schemas.microsoft.com/office/drawing/2014/main" val="20002"/>
                    </a:ext>
                  </a:extLst>
                </a:gridCol>
                <a:gridCol w="2559473">
                  <a:extLst>
                    <a:ext uri="{9D8B030D-6E8A-4147-A177-3AD203B41FA5}">
                      <a16:colId xmlns:a16="http://schemas.microsoft.com/office/drawing/2014/main" val="20003"/>
                    </a:ext>
                  </a:extLst>
                </a:gridCol>
              </a:tblGrid>
              <a:tr h="577318">
                <a:tc gridSpan="4">
                  <a:txBody>
                    <a:bodyPr/>
                    <a:lstStyle/>
                    <a:p>
                      <a:pPr marL="0" lvl="0" indent="0" algn="l" rtl="0">
                        <a:lnSpc>
                          <a:spcPct val="115000"/>
                        </a:lnSpc>
                        <a:spcBef>
                          <a:spcPts val="0"/>
                        </a:spcBef>
                        <a:spcAft>
                          <a:spcPts val="0"/>
                        </a:spcAft>
                        <a:buNone/>
                      </a:pPr>
                      <a:r>
                        <a:rPr lang="hu-HU" sz="2800" dirty="0">
                          <a:solidFill>
                            <a:srgbClr val="285780"/>
                          </a:solidFill>
                          <a:latin typeface="Raleway Black" pitchFamily="2" charset="-18"/>
                          <a:ea typeface="Gentium Book Plus"/>
                          <a:cs typeface="Gentium Book Plus"/>
                          <a:sym typeface="Gentium Book Plus"/>
                        </a:rPr>
                        <a:t>Kiemelt cím</a:t>
                      </a:r>
                      <a:endParaRPr sz="2800" dirty="0">
                        <a:solidFill>
                          <a:srgbClr val="285780"/>
                        </a:solidFill>
                        <a:latin typeface="Raleway Black" pitchFamily="2" charset="-18"/>
                        <a:ea typeface="Gentium Book Plus"/>
                        <a:cs typeface="Gentium Book Plus"/>
                        <a:sym typeface="Gentium Book Plus"/>
                      </a:endParaRPr>
                    </a:p>
                  </a:txBody>
                  <a:tcPr marL="91425" marR="91425" marT="91425" marB="91425"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rgbClr val="285780"/>
                      </a:solidFill>
                      <a:prstDash val="solid"/>
                      <a:round/>
                      <a:headEnd type="none" w="med" len="med"/>
                      <a:tailEnd type="none" w="med" len="med"/>
                    </a:lnB>
                    <a:lnTlToBr w="12700" cmpd="sng">
                      <a:noFill/>
                      <a:prstDash val="solid"/>
                    </a:lnTlToBr>
                    <a:lnBlToTr w="12700" cmpd="sng">
                      <a:noFill/>
                      <a:prstDash val="solid"/>
                    </a:lnBlToTr>
                    <a:solidFill>
                      <a:srgbClr val="285780">
                        <a:alpha val="25000"/>
                      </a:srgbClr>
                    </a:solidFill>
                  </a:tcPr>
                </a:tc>
                <a:tc hMerge="1">
                  <a:txBody>
                    <a:bodyPr/>
                    <a:lstStyle/>
                    <a:p>
                      <a:endParaRPr lang="hu-HU"/>
                    </a:p>
                  </a:txBody>
                  <a:tcPr/>
                </a:tc>
                <a:tc hMerge="1">
                  <a:txBody>
                    <a:bodyPr/>
                    <a:lstStyle/>
                    <a:p>
                      <a:endParaRPr lang="hu-HU"/>
                    </a:p>
                  </a:txBody>
                  <a:tcPr/>
                </a:tc>
                <a:tc hMerge="1">
                  <a:txBody>
                    <a:bodyPr/>
                    <a:lstStyle/>
                    <a:p>
                      <a:endParaRPr lang="hu-HU"/>
                    </a:p>
                  </a:txBody>
                  <a:tcPr/>
                </a:tc>
                <a:extLst>
                  <a:ext uri="{0D108BD9-81ED-4DB2-BD59-A6C34878D82A}">
                    <a16:rowId xmlns:a16="http://schemas.microsoft.com/office/drawing/2014/main" val="10000"/>
                  </a:ext>
                </a:extLst>
              </a:tr>
              <a:tr h="1826965">
                <a:tc gridSpan="4">
                  <a:txBody>
                    <a:bodyPr/>
                    <a:lstStyle/>
                    <a:p>
                      <a:pPr marL="457200" lvl="0" indent="-317500" algn="l" rtl="0">
                        <a:lnSpc>
                          <a:spcPct val="115000"/>
                        </a:lnSpc>
                        <a:spcBef>
                          <a:spcPts val="0"/>
                        </a:spcBef>
                        <a:spcAft>
                          <a:spcPts val="0"/>
                        </a:spcAft>
                        <a:buClr>
                          <a:schemeClr val="dk2"/>
                        </a:buClr>
                        <a:buSzPts val="1400"/>
                        <a:buFont typeface="Mukta"/>
                        <a:buChar char="●"/>
                      </a:pPr>
                      <a:r>
                        <a:rPr lang="en" dirty="0">
                          <a:solidFill>
                            <a:schemeClr val="dk1"/>
                          </a:solidFill>
                          <a:latin typeface="IBM Plex Serif Light" panose="02060403050406000203" pitchFamily="18" charset="-18"/>
                          <a:ea typeface="Mukta"/>
                          <a:cs typeface="Mukta"/>
                          <a:sym typeface="Mukta"/>
                        </a:rPr>
                        <a:t>Depth of research and understanding demonstrated in the essay</a:t>
                      </a:r>
                      <a:endParaRPr dirty="0">
                        <a:solidFill>
                          <a:schemeClr val="dk1"/>
                        </a:solidFill>
                        <a:latin typeface="IBM Plex Serif Light" panose="02060403050406000203" pitchFamily="18" charset="-18"/>
                        <a:ea typeface="Mukta"/>
                        <a:cs typeface="Mukta"/>
                        <a:sym typeface="Mukta"/>
                      </a:endParaRPr>
                    </a:p>
                    <a:p>
                      <a:pPr marL="457200" lvl="0" indent="-317500" algn="l" rtl="0">
                        <a:lnSpc>
                          <a:spcPct val="115000"/>
                        </a:lnSpc>
                        <a:spcBef>
                          <a:spcPts val="0"/>
                        </a:spcBef>
                        <a:spcAft>
                          <a:spcPts val="0"/>
                        </a:spcAft>
                        <a:buClr>
                          <a:schemeClr val="dk2"/>
                        </a:buClr>
                        <a:buSzPts val="1400"/>
                        <a:buFont typeface="Mukta"/>
                        <a:buChar char="●"/>
                      </a:pPr>
                      <a:r>
                        <a:rPr lang="en" dirty="0">
                          <a:solidFill>
                            <a:schemeClr val="dk1"/>
                          </a:solidFill>
                          <a:latin typeface="IBM Plex Serif Light" panose="02060403050406000203" pitchFamily="18" charset="-18"/>
                          <a:ea typeface="Mukta"/>
                          <a:cs typeface="Mukta"/>
                          <a:sym typeface="Mukta"/>
                        </a:rPr>
                        <a:t>Clarity and coherence of the essay's structure and arguments</a:t>
                      </a:r>
                      <a:endParaRPr dirty="0">
                        <a:solidFill>
                          <a:schemeClr val="dk1"/>
                        </a:solidFill>
                        <a:latin typeface="IBM Plex Serif Light" panose="02060403050406000203" pitchFamily="18" charset="-18"/>
                        <a:ea typeface="Mukta"/>
                        <a:cs typeface="Mukta"/>
                        <a:sym typeface="Mukta"/>
                      </a:endParaRPr>
                    </a:p>
                    <a:p>
                      <a:pPr marL="457200" lvl="0" indent="-317500" algn="l" rtl="0">
                        <a:lnSpc>
                          <a:spcPct val="115000"/>
                        </a:lnSpc>
                        <a:spcBef>
                          <a:spcPts val="0"/>
                        </a:spcBef>
                        <a:spcAft>
                          <a:spcPts val="0"/>
                        </a:spcAft>
                        <a:buClr>
                          <a:schemeClr val="dk2"/>
                        </a:buClr>
                        <a:buSzPts val="1400"/>
                        <a:buFont typeface="Mukta"/>
                        <a:buChar char="●"/>
                      </a:pPr>
                      <a:r>
                        <a:rPr lang="en" dirty="0">
                          <a:solidFill>
                            <a:schemeClr val="dk1"/>
                          </a:solidFill>
                          <a:latin typeface="IBM Plex Serif Light" panose="02060403050406000203" pitchFamily="18" charset="-18"/>
                          <a:ea typeface="Mukta"/>
                          <a:cs typeface="Mukta"/>
                          <a:sym typeface="Mukta"/>
                        </a:rPr>
                        <a:t>Correct usage and explanation of medical terms within the context of health science</a:t>
                      </a:r>
                      <a:endParaRPr dirty="0">
                        <a:solidFill>
                          <a:schemeClr val="dk1"/>
                        </a:solidFill>
                        <a:latin typeface="IBM Plex Serif Light" panose="02060403050406000203" pitchFamily="18" charset="-18"/>
                        <a:ea typeface="Mukta"/>
                        <a:cs typeface="Mukta"/>
                        <a:sym typeface="Mukta"/>
                      </a:endParaRPr>
                    </a:p>
                    <a:p>
                      <a:pPr marL="457200" lvl="0" indent="-317500" algn="l" rtl="0">
                        <a:lnSpc>
                          <a:spcPct val="115000"/>
                        </a:lnSpc>
                        <a:spcBef>
                          <a:spcPts val="0"/>
                        </a:spcBef>
                        <a:spcAft>
                          <a:spcPts val="0"/>
                        </a:spcAft>
                        <a:buClr>
                          <a:schemeClr val="dk2"/>
                        </a:buClr>
                        <a:buSzPts val="1400"/>
                        <a:buFont typeface="Mukta"/>
                        <a:buChar char="●"/>
                      </a:pPr>
                      <a:r>
                        <a:rPr lang="en" dirty="0">
                          <a:solidFill>
                            <a:schemeClr val="dk1"/>
                          </a:solidFill>
                          <a:latin typeface="IBM Plex Serif Light" panose="02060403050406000203" pitchFamily="18" charset="-18"/>
                          <a:ea typeface="Mukta"/>
                          <a:cs typeface="Mukta"/>
                          <a:sym typeface="Mukta"/>
                        </a:rPr>
                        <a:t>Incorporation of relevant examples and real-world applications</a:t>
                      </a:r>
                      <a:endParaRPr dirty="0">
                        <a:solidFill>
                          <a:schemeClr val="dk1"/>
                        </a:solidFill>
                        <a:latin typeface="IBM Plex Serif Light" panose="02060403050406000203" pitchFamily="18" charset="-18"/>
                        <a:ea typeface="Mukta"/>
                        <a:cs typeface="Mukta"/>
                        <a:sym typeface="Mukta"/>
                      </a:endParaRPr>
                    </a:p>
                    <a:p>
                      <a:pPr marL="457200" lvl="0" indent="-317500" algn="l" rtl="0">
                        <a:lnSpc>
                          <a:spcPct val="115000"/>
                        </a:lnSpc>
                        <a:spcBef>
                          <a:spcPts val="0"/>
                        </a:spcBef>
                        <a:spcAft>
                          <a:spcPts val="0"/>
                        </a:spcAft>
                        <a:buClr>
                          <a:schemeClr val="dk2"/>
                        </a:buClr>
                        <a:buSzPts val="1400"/>
                        <a:buFont typeface="Mukta"/>
                        <a:buChar char="●"/>
                      </a:pPr>
                      <a:r>
                        <a:rPr lang="en" dirty="0">
                          <a:solidFill>
                            <a:schemeClr val="dk1"/>
                          </a:solidFill>
                          <a:latin typeface="IBM Plex Serif Light" panose="02060403050406000203" pitchFamily="18" charset="-18"/>
                          <a:ea typeface="Mukta"/>
                          <a:cs typeface="Mukta"/>
                          <a:sym typeface="Mukta"/>
                        </a:rPr>
                        <a:t>Attention to grammar, spelling, and overall presentation</a:t>
                      </a:r>
                      <a:endParaRPr dirty="0">
                        <a:solidFill>
                          <a:schemeClr val="dk1"/>
                        </a:solidFill>
                        <a:latin typeface="IBM Plex Serif Light" panose="02060403050406000203" pitchFamily="18" charset="-18"/>
                        <a:ea typeface="Mukta"/>
                        <a:cs typeface="Mukta"/>
                        <a:sym typeface="Mukta"/>
                      </a:endParaRPr>
                    </a:p>
                  </a:txBody>
                  <a:tcPr marL="91425" marR="91425" marT="91425" marB="91425" anchor="b">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285780"/>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rgbClr val="F0F0F0"/>
                    </a:solidFill>
                  </a:tcPr>
                </a:tc>
                <a:tc hMerge="1">
                  <a:txBody>
                    <a:bodyPr/>
                    <a:lstStyle/>
                    <a:p>
                      <a:endParaRPr lang="hu-HU"/>
                    </a:p>
                  </a:txBody>
                  <a:tcPr/>
                </a:tc>
                <a:tc hMerge="1">
                  <a:txBody>
                    <a:bodyPr/>
                    <a:lstStyle/>
                    <a:p>
                      <a:endParaRPr lang="hu-HU"/>
                    </a:p>
                  </a:txBody>
                  <a:tcPr/>
                </a:tc>
                <a:tc hMerge="1">
                  <a:txBody>
                    <a:bodyPr/>
                    <a:lstStyle/>
                    <a:p>
                      <a:endParaRPr lang="hu-HU"/>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86046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818;p57">
            <a:extLst>
              <a:ext uri="{FF2B5EF4-FFF2-40B4-BE49-F238E27FC236}">
                <a16:creationId xmlns:a16="http://schemas.microsoft.com/office/drawing/2014/main" id="{A93E4842-5D84-BD25-800B-52AF3834E744}"/>
              </a:ext>
            </a:extLst>
          </p:cNvPr>
          <p:cNvSpPr/>
          <p:nvPr/>
        </p:nvSpPr>
        <p:spPr>
          <a:xfrm>
            <a:off x="5169760" y="1965981"/>
            <a:ext cx="1382700" cy="1382700"/>
          </a:xfrm>
          <a:prstGeom prst="donut">
            <a:avLst>
              <a:gd name="adj" fmla="val 11930"/>
            </a:avLst>
          </a:pr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17;p57">
            <a:extLst>
              <a:ext uri="{FF2B5EF4-FFF2-40B4-BE49-F238E27FC236}">
                <a16:creationId xmlns:a16="http://schemas.microsoft.com/office/drawing/2014/main" id="{776D69AE-3276-C01C-9A32-84FD353B5CEE}"/>
              </a:ext>
            </a:extLst>
          </p:cNvPr>
          <p:cNvSpPr/>
          <p:nvPr/>
        </p:nvSpPr>
        <p:spPr>
          <a:xfrm>
            <a:off x="7724350" y="1965981"/>
            <a:ext cx="1382700" cy="1382700"/>
          </a:xfrm>
          <a:prstGeom prst="donut">
            <a:avLst>
              <a:gd name="adj" fmla="val 1193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19;p57">
            <a:extLst>
              <a:ext uri="{FF2B5EF4-FFF2-40B4-BE49-F238E27FC236}">
                <a16:creationId xmlns:a16="http://schemas.microsoft.com/office/drawing/2014/main" id="{ACC03151-AD5E-808F-AEA0-7F066A36390D}"/>
              </a:ext>
            </a:extLst>
          </p:cNvPr>
          <p:cNvSpPr/>
          <p:nvPr/>
        </p:nvSpPr>
        <p:spPr>
          <a:xfrm>
            <a:off x="2630412" y="1965981"/>
            <a:ext cx="1382700" cy="1382700"/>
          </a:xfrm>
          <a:prstGeom prst="donut">
            <a:avLst>
              <a:gd name="adj" fmla="val 1193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Cím 4">
            <a:extLst>
              <a:ext uri="{FF2B5EF4-FFF2-40B4-BE49-F238E27FC236}">
                <a16:creationId xmlns:a16="http://schemas.microsoft.com/office/drawing/2014/main" id="{3CF8E49A-6E3E-2A63-6989-C0D013ED69A0}"/>
              </a:ext>
            </a:extLst>
          </p:cNvPr>
          <p:cNvSpPr>
            <a:spLocks noGrp="1"/>
          </p:cNvSpPr>
          <p:nvPr>
            <p:ph type="title" idx="4294967295"/>
          </p:nvPr>
        </p:nvSpPr>
        <p:spPr>
          <a:xfrm>
            <a:off x="838200" y="391905"/>
            <a:ext cx="10515600" cy="1325563"/>
          </a:xfrm>
        </p:spPr>
        <p:txBody>
          <a:bodyPr/>
          <a:lstStyle/>
          <a:p>
            <a:r>
              <a:rPr lang="hu-HU" dirty="0"/>
              <a:t>Százalékok</a:t>
            </a:r>
          </a:p>
        </p:txBody>
      </p:sp>
      <p:sp>
        <p:nvSpPr>
          <p:cNvPr id="8" name="Google Shape;827;p57">
            <a:extLst>
              <a:ext uri="{FF2B5EF4-FFF2-40B4-BE49-F238E27FC236}">
                <a16:creationId xmlns:a16="http://schemas.microsoft.com/office/drawing/2014/main" id="{DD17396C-2167-B464-20F8-7FFD697276EB}"/>
              </a:ext>
            </a:extLst>
          </p:cNvPr>
          <p:cNvSpPr/>
          <p:nvPr/>
        </p:nvSpPr>
        <p:spPr>
          <a:xfrm flipH="1">
            <a:off x="2615412" y="1958356"/>
            <a:ext cx="1397700" cy="1397700"/>
          </a:xfrm>
          <a:prstGeom prst="blockArc">
            <a:avLst>
              <a:gd name="adj1" fmla="val 16259451"/>
              <a:gd name="adj2" fmla="val 16256715"/>
              <a:gd name="adj3" fmla="val 12710"/>
            </a:avLst>
          </a:prstGeom>
          <a:solidFill>
            <a:srgbClr val="2857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29;p57">
            <a:extLst>
              <a:ext uri="{FF2B5EF4-FFF2-40B4-BE49-F238E27FC236}">
                <a16:creationId xmlns:a16="http://schemas.microsoft.com/office/drawing/2014/main" id="{2422BB9C-B80F-2B27-6C29-D3A0177C48A7}"/>
              </a:ext>
            </a:extLst>
          </p:cNvPr>
          <p:cNvSpPr/>
          <p:nvPr/>
        </p:nvSpPr>
        <p:spPr>
          <a:xfrm flipH="1">
            <a:off x="7709212" y="1958356"/>
            <a:ext cx="1397700" cy="1397700"/>
          </a:xfrm>
          <a:prstGeom prst="blockArc">
            <a:avLst>
              <a:gd name="adj1" fmla="val 5412846"/>
              <a:gd name="adj2" fmla="val 16256715"/>
              <a:gd name="adj3" fmla="val 12710"/>
            </a:avLst>
          </a:prstGeom>
          <a:solidFill>
            <a:srgbClr val="2857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effectLst>
                <a:outerShdw blurRad="38100" dist="19050" dir="2700000" algn="tl" rotWithShape="0">
                  <a:schemeClr val="dk1">
                    <a:alpha val="40000"/>
                  </a:schemeClr>
                </a:outerShdw>
              </a:effectLst>
            </a:endParaRPr>
          </a:p>
        </p:txBody>
      </p:sp>
      <p:sp>
        <p:nvSpPr>
          <p:cNvPr id="10" name="Google Shape;830;p57">
            <a:extLst>
              <a:ext uri="{FF2B5EF4-FFF2-40B4-BE49-F238E27FC236}">
                <a16:creationId xmlns:a16="http://schemas.microsoft.com/office/drawing/2014/main" id="{2DD53E26-5968-B5CC-30B3-FC3294DAA9CA}"/>
              </a:ext>
            </a:extLst>
          </p:cNvPr>
          <p:cNvSpPr txBox="1">
            <a:spLocks/>
          </p:cNvSpPr>
          <p:nvPr/>
        </p:nvSpPr>
        <p:spPr>
          <a:xfrm>
            <a:off x="5257522" y="2453856"/>
            <a:ext cx="1199687" cy="406800"/>
          </a:xfrm>
          <a:prstGeom prst="rect">
            <a:avLst/>
          </a:prstGeom>
          <a:noFill/>
        </p:spPr>
        <p:txBody>
          <a:bodyPr spcFirstLastPara="1" vert="horz" wrap="square" lIns="91425" tIns="91425" rIns="91425" bIns="91425" rtlCol="0" anchor="ctr"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lgn="ctr">
              <a:spcBef>
                <a:spcPts val="0"/>
              </a:spcBef>
            </a:pPr>
            <a:r>
              <a:rPr lang="hu-HU" sz="2400" dirty="0"/>
              <a:t>100</a:t>
            </a:r>
            <a:r>
              <a:rPr lang="en" sz="2400" dirty="0"/>
              <a:t>%</a:t>
            </a:r>
          </a:p>
        </p:txBody>
      </p:sp>
      <p:sp>
        <p:nvSpPr>
          <p:cNvPr id="11" name="Google Shape;831;p57">
            <a:extLst>
              <a:ext uri="{FF2B5EF4-FFF2-40B4-BE49-F238E27FC236}">
                <a16:creationId xmlns:a16="http://schemas.microsoft.com/office/drawing/2014/main" id="{B3CEA176-D0A1-383F-E11D-65771091E01C}"/>
              </a:ext>
            </a:extLst>
          </p:cNvPr>
          <p:cNvSpPr txBox="1">
            <a:spLocks/>
          </p:cNvSpPr>
          <p:nvPr/>
        </p:nvSpPr>
        <p:spPr>
          <a:xfrm>
            <a:off x="7897335" y="2453856"/>
            <a:ext cx="1016700" cy="406800"/>
          </a:xfrm>
          <a:prstGeom prst="rect">
            <a:avLst/>
          </a:prstGeom>
          <a:noFill/>
        </p:spPr>
        <p:txBody>
          <a:bodyPr spcFirstLastPara="1" vert="horz" wrap="square" lIns="91425" tIns="91425" rIns="91425" bIns="91425" rtlCol="0" anchor="ctr"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lgn="ctr">
              <a:spcBef>
                <a:spcPts val="0"/>
              </a:spcBef>
            </a:pPr>
            <a:r>
              <a:rPr lang="hu-HU" sz="2400" dirty="0"/>
              <a:t>100</a:t>
            </a:r>
            <a:r>
              <a:rPr lang="en" sz="2400" dirty="0"/>
              <a:t>%</a:t>
            </a:r>
          </a:p>
        </p:txBody>
      </p:sp>
      <p:sp>
        <p:nvSpPr>
          <p:cNvPr id="12" name="Google Shape;832;p57">
            <a:extLst>
              <a:ext uri="{FF2B5EF4-FFF2-40B4-BE49-F238E27FC236}">
                <a16:creationId xmlns:a16="http://schemas.microsoft.com/office/drawing/2014/main" id="{B2F202AA-C992-1091-C4E2-577D20CEAEA2}"/>
              </a:ext>
            </a:extLst>
          </p:cNvPr>
          <p:cNvSpPr txBox="1">
            <a:spLocks/>
          </p:cNvSpPr>
          <p:nvPr/>
        </p:nvSpPr>
        <p:spPr>
          <a:xfrm>
            <a:off x="2808223" y="2453856"/>
            <a:ext cx="1016700" cy="406800"/>
          </a:xfrm>
          <a:prstGeom prst="rect">
            <a:avLst/>
          </a:prstGeom>
          <a:noFill/>
        </p:spPr>
        <p:txBody>
          <a:bodyPr spcFirstLastPara="1" vert="horz" wrap="square" lIns="91425" tIns="91425" rIns="91425" bIns="91425" rtlCol="0" anchor="ctr" anchorCtr="0">
            <a:noAutofit/>
          </a:bodyPr>
          <a:lstStyle>
            <a:lvl1pPr algn="l" defTabSz="914400" rtl="0" eaLnBrk="1" latinLnBrk="0" hangingPunct="1">
              <a:lnSpc>
                <a:spcPct val="90000"/>
              </a:lnSpc>
              <a:spcBef>
                <a:spcPct val="0"/>
              </a:spcBef>
              <a:buNone/>
              <a:defRPr lang="hu-HU" sz="4400" kern="1200" dirty="0">
                <a:solidFill>
                  <a:srgbClr val="285780"/>
                </a:solidFill>
                <a:latin typeface="Raleway Black" pitchFamily="2" charset="-18"/>
                <a:ea typeface="+mj-ea"/>
                <a:cs typeface="+mj-cs"/>
              </a:defRPr>
            </a:lvl1pPr>
          </a:lstStyle>
          <a:p>
            <a:pPr algn="ctr">
              <a:spcBef>
                <a:spcPts val="0"/>
              </a:spcBef>
            </a:pPr>
            <a:r>
              <a:rPr lang="hu-HU" sz="2400" dirty="0"/>
              <a:t>100</a:t>
            </a:r>
            <a:r>
              <a:rPr lang="en" sz="2400" dirty="0"/>
              <a:t>%</a:t>
            </a:r>
          </a:p>
        </p:txBody>
      </p:sp>
      <p:sp>
        <p:nvSpPr>
          <p:cNvPr id="13" name="Google Shape;828;p57">
            <a:extLst>
              <a:ext uri="{FF2B5EF4-FFF2-40B4-BE49-F238E27FC236}">
                <a16:creationId xmlns:a16="http://schemas.microsoft.com/office/drawing/2014/main" id="{CD5E1155-74D8-2FDA-8EA0-8F3A07551987}"/>
              </a:ext>
            </a:extLst>
          </p:cNvPr>
          <p:cNvSpPr/>
          <p:nvPr/>
        </p:nvSpPr>
        <p:spPr>
          <a:xfrm flipH="1">
            <a:off x="5154760" y="1950981"/>
            <a:ext cx="1397700" cy="1397700"/>
          </a:xfrm>
          <a:prstGeom prst="blockArc">
            <a:avLst>
              <a:gd name="adj1" fmla="val 16363519"/>
              <a:gd name="adj2" fmla="val 16256715"/>
              <a:gd name="adj3" fmla="val 12710"/>
            </a:avLst>
          </a:prstGeom>
          <a:solidFill>
            <a:srgbClr val="2857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21;p57">
            <a:extLst>
              <a:ext uri="{FF2B5EF4-FFF2-40B4-BE49-F238E27FC236}">
                <a16:creationId xmlns:a16="http://schemas.microsoft.com/office/drawing/2014/main" id="{5905CFFB-B78D-8F33-8515-DDE929135A3C}"/>
              </a:ext>
            </a:extLst>
          </p:cNvPr>
          <p:cNvSpPr txBox="1">
            <a:spLocks/>
          </p:cNvSpPr>
          <p:nvPr/>
        </p:nvSpPr>
        <p:spPr>
          <a:xfrm>
            <a:off x="2285693" y="4009600"/>
            <a:ext cx="2324408" cy="1686349"/>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erif Light" panose="02060403050406000203" pitchFamily="18" charset="-1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erif Light" panose="02060403050406000203" pitchFamily="18" charset="-1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erif Light" panose="02060403050406000203" pitchFamily="18" charset="-1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1800" dirty="0"/>
              <a:t>Mercury is the closest planet to the Sun and the smallest of them all</a:t>
            </a:r>
          </a:p>
        </p:txBody>
      </p:sp>
      <p:sp>
        <p:nvSpPr>
          <p:cNvPr id="17" name="Google Shape;822;p57">
            <a:extLst>
              <a:ext uri="{FF2B5EF4-FFF2-40B4-BE49-F238E27FC236}">
                <a16:creationId xmlns:a16="http://schemas.microsoft.com/office/drawing/2014/main" id="{6DB62897-6492-5DE4-CE31-35DFC898CB7F}"/>
              </a:ext>
            </a:extLst>
          </p:cNvPr>
          <p:cNvSpPr txBox="1">
            <a:spLocks/>
          </p:cNvSpPr>
          <p:nvPr/>
        </p:nvSpPr>
        <p:spPr>
          <a:xfrm>
            <a:off x="2285693" y="3512576"/>
            <a:ext cx="2324408" cy="505500"/>
          </a:xfrm>
          <a:prstGeom prst="rect">
            <a:avLst/>
          </a:prstGeom>
        </p:spPr>
        <p:txBody>
          <a:bodyPr spcFirstLastPara="1" vert="horz" wrap="square" lIns="91425" tIns="91425" rIns="91425" bIns="91425" rtlCol="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erif Light" panose="02060403050406000203" pitchFamily="18" charset="-1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erif Light" panose="02060403050406000203" pitchFamily="18" charset="-1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erif Light" panose="02060403050406000203" pitchFamily="18" charset="-1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hu-HU" sz="2200" b="1" dirty="0">
                <a:latin typeface="IBM Plex Serif SemiBold" panose="020F0502020204030204" pitchFamily="18" charset="-18"/>
                <a:ea typeface="Gentium Book Plus"/>
                <a:cs typeface="Gentium Book Plus"/>
                <a:sym typeface="Gentium Book Plus"/>
              </a:rPr>
              <a:t>Első</a:t>
            </a:r>
          </a:p>
        </p:txBody>
      </p:sp>
      <p:sp>
        <p:nvSpPr>
          <p:cNvPr id="18" name="Google Shape;823;p57">
            <a:extLst>
              <a:ext uri="{FF2B5EF4-FFF2-40B4-BE49-F238E27FC236}">
                <a16:creationId xmlns:a16="http://schemas.microsoft.com/office/drawing/2014/main" id="{BDC6F4B7-F0F0-0DEF-2AF1-BE7A183C4D7B}"/>
              </a:ext>
            </a:extLst>
          </p:cNvPr>
          <p:cNvSpPr txBox="1">
            <a:spLocks/>
          </p:cNvSpPr>
          <p:nvPr/>
        </p:nvSpPr>
        <p:spPr>
          <a:xfrm>
            <a:off x="4832593" y="4009601"/>
            <a:ext cx="2324408" cy="1830362"/>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erif Light" panose="02060403050406000203" pitchFamily="18" charset="-1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erif Light" panose="02060403050406000203" pitchFamily="18" charset="-1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erif Light" panose="02060403050406000203" pitchFamily="18" charset="-1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1800" dirty="0"/>
              <a:t>Venus has a beautiful name and is the second planet from the Sun</a:t>
            </a:r>
          </a:p>
        </p:txBody>
      </p:sp>
      <p:sp>
        <p:nvSpPr>
          <p:cNvPr id="19" name="Google Shape;824;p57">
            <a:extLst>
              <a:ext uri="{FF2B5EF4-FFF2-40B4-BE49-F238E27FC236}">
                <a16:creationId xmlns:a16="http://schemas.microsoft.com/office/drawing/2014/main" id="{51AB2EA2-C10A-7FE7-FA06-1CA44967AA3B}"/>
              </a:ext>
            </a:extLst>
          </p:cNvPr>
          <p:cNvSpPr txBox="1">
            <a:spLocks/>
          </p:cNvSpPr>
          <p:nvPr/>
        </p:nvSpPr>
        <p:spPr>
          <a:xfrm>
            <a:off x="4832593" y="3512576"/>
            <a:ext cx="2324408" cy="505500"/>
          </a:xfrm>
          <a:prstGeom prst="rect">
            <a:avLst/>
          </a:prstGeom>
        </p:spPr>
        <p:txBody>
          <a:bodyPr spcFirstLastPara="1" vert="horz" wrap="square" lIns="91425" tIns="91425" rIns="91425" bIns="91425" rtlCol="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erif Light" panose="02060403050406000203" pitchFamily="18" charset="-1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erif Light" panose="02060403050406000203" pitchFamily="18" charset="-1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erif Light" panose="02060403050406000203" pitchFamily="18" charset="-1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hu-HU" sz="2200" b="1" dirty="0">
                <a:latin typeface="IBM Plex Serif SemiBold" panose="020F0502020204030204" pitchFamily="18" charset="-18"/>
                <a:ea typeface="Gentium Book Plus"/>
                <a:cs typeface="Gentium Book Plus"/>
                <a:sym typeface="Gentium Book Plus"/>
              </a:rPr>
              <a:t>Második</a:t>
            </a:r>
          </a:p>
        </p:txBody>
      </p:sp>
      <p:sp>
        <p:nvSpPr>
          <p:cNvPr id="20" name="Google Shape;825;p57">
            <a:extLst>
              <a:ext uri="{FF2B5EF4-FFF2-40B4-BE49-F238E27FC236}">
                <a16:creationId xmlns:a16="http://schemas.microsoft.com/office/drawing/2014/main" id="{7B82714C-BEA0-79EE-59AA-DA09CE879D02}"/>
              </a:ext>
            </a:extLst>
          </p:cNvPr>
          <p:cNvSpPr txBox="1">
            <a:spLocks/>
          </p:cNvSpPr>
          <p:nvPr/>
        </p:nvSpPr>
        <p:spPr>
          <a:xfrm>
            <a:off x="7379493" y="4009600"/>
            <a:ext cx="2324408" cy="183036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erif Light" panose="02060403050406000203" pitchFamily="18" charset="-1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erif Light" panose="02060403050406000203" pitchFamily="18" charset="-1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erif Light" panose="02060403050406000203" pitchFamily="18" charset="-1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1800" dirty="0"/>
              <a:t>Despite being red, Mars is actually a cold place. It’s full of iron oxide dust</a:t>
            </a:r>
          </a:p>
        </p:txBody>
      </p:sp>
      <p:sp>
        <p:nvSpPr>
          <p:cNvPr id="21" name="Google Shape;826;p57">
            <a:extLst>
              <a:ext uri="{FF2B5EF4-FFF2-40B4-BE49-F238E27FC236}">
                <a16:creationId xmlns:a16="http://schemas.microsoft.com/office/drawing/2014/main" id="{4630408C-3FF7-AB03-8950-C8528530530D}"/>
              </a:ext>
            </a:extLst>
          </p:cNvPr>
          <p:cNvSpPr txBox="1">
            <a:spLocks/>
          </p:cNvSpPr>
          <p:nvPr/>
        </p:nvSpPr>
        <p:spPr>
          <a:xfrm>
            <a:off x="7379493" y="3512576"/>
            <a:ext cx="2324408" cy="505500"/>
          </a:xfrm>
          <a:prstGeom prst="rect">
            <a:avLst/>
          </a:prstGeom>
        </p:spPr>
        <p:txBody>
          <a:bodyPr spcFirstLastPara="1" vert="horz" wrap="square" lIns="91425" tIns="91425" rIns="91425" bIns="91425" rtlCol="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erif Light" panose="02060403050406000203" pitchFamily="18" charset="-1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erif Light" panose="02060403050406000203" pitchFamily="18" charset="-1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erif Light" panose="02060403050406000203" pitchFamily="18" charset="-1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erif Light" panose="02060403050406000203" pitchFamily="18" charset="-1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hu-HU" sz="2200" b="1" dirty="0">
                <a:latin typeface="IBM Plex Serif SemiBold" panose="020F0502020204030204" pitchFamily="18" charset="-18"/>
                <a:ea typeface="Gentium Book Plus"/>
                <a:cs typeface="Gentium Book Plus"/>
                <a:sym typeface="Gentium Book Plus"/>
              </a:rPr>
              <a:t>Harmadik</a:t>
            </a:r>
          </a:p>
        </p:txBody>
      </p:sp>
      <p:sp>
        <p:nvSpPr>
          <p:cNvPr id="7" name="Google Shape;827;p57">
            <a:extLst>
              <a:ext uri="{FF2B5EF4-FFF2-40B4-BE49-F238E27FC236}">
                <a16:creationId xmlns:a16="http://schemas.microsoft.com/office/drawing/2014/main" id="{0C8CFAD5-B98D-3261-BEBD-9E8B5A837A5F}"/>
              </a:ext>
            </a:extLst>
          </p:cNvPr>
          <p:cNvSpPr/>
          <p:nvPr/>
        </p:nvSpPr>
        <p:spPr>
          <a:xfrm flipH="1">
            <a:off x="7716850" y="1947724"/>
            <a:ext cx="1397700" cy="1397700"/>
          </a:xfrm>
          <a:prstGeom prst="blockArc">
            <a:avLst>
              <a:gd name="adj1" fmla="val 16259451"/>
              <a:gd name="adj2" fmla="val 16256715"/>
              <a:gd name="adj3" fmla="val 12710"/>
            </a:avLst>
          </a:prstGeom>
          <a:solidFill>
            <a:srgbClr val="2857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1288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82;p52">
            <a:extLst>
              <a:ext uri="{FF2B5EF4-FFF2-40B4-BE49-F238E27FC236}">
                <a16:creationId xmlns:a16="http://schemas.microsoft.com/office/drawing/2014/main" id="{E8786BFC-7635-4C5E-DAB9-477F34D736CF}"/>
              </a:ext>
            </a:extLst>
          </p:cNvPr>
          <p:cNvSpPr txBox="1">
            <a:spLocks/>
          </p:cNvSpPr>
          <p:nvPr/>
        </p:nvSpPr>
        <p:spPr>
          <a:xfrm>
            <a:off x="1342952" y="586597"/>
            <a:ext cx="9811002" cy="3312544"/>
          </a:xfrm>
          <a:prstGeom prst="rect">
            <a:avLst/>
          </a:prstGeom>
        </p:spPr>
        <p:txBody>
          <a:bodyPr spcFirstLastPara="1" vert="horz" wrap="square" lIns="91425" tIns="91425" rIns="91425" bIns="91425" rtlCol="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hu-HU" sz="1600" kern="1200" dirty="0" smtClean="0">
                <a:solidFill>
                  <a:schemeClr val="tx1"/>
                </a:solidFill>
                <a:latin typeface="IBM Plex Serif Light" panose="02060403050406000203" pitchFamily="18" charset="-18"/>
                <a:ea typeface="+mn-ea"/>
                <a:cs typeface="+mn-cs"/>
              </a:defRPr>
            </a:lvl1pPr>
            <a:lvl2pPr marL="228600" indent="-228600" algn="l" defTabSz="914400" rtl="0" eaLnBrk="1" latinLnBrk="0" hangingPunct="1">
              <a:lnSpc>
                <a:spcPct val="90000"/>
              </a:lnSpc>
              <a:spcBef>
                <a:spcPts val="1000"/>
              </a:spcBef>
              <a:buFont typeface="Arial" panose="020B0604020202020204" pitchFamily="34" charset="0"/>
              <a:buChar char="•"/>
              <a:defRPr lang="hu-HU" sz="1400" kern="1200" dirty="0" smtClean="0">
                <a:solidFill>
                  <a:schemeClr val="tx1"/>
                </a:solidFill>
                <a:latin typeface="IBM Plex Serif Light" panose="02060403050406000203" pitchFamily="18" charset="-18"/>
                <a:ea typeface="+mn-ea"/>
                <a:cs typeface="+mn-cs"/>
              </a:defRPr>
            </a:lvl2pPr>
            <a:lvl3pPr marL="742950" indent="-28575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3pPr>
            <a:lvl4pPr marL="228600" indent="-228600" algn="l" defTabSz="914400" rtl="0" eaLnBrk="1" latinLnBrk="0" hangingPunct="1">
              <a:lnSpc>
                <a:spcPct val="90000"/>
              </a:lnSpc>
              <a:spcBef>
                <a:spcPts val="1000"/>
              </a:spcBef>
              <a:buFont typeface="Arial" panose="020B0604020202020204" pitchFamily="34" charset="0"/>
              <a:buChar char="•"/>
              <a:defRPr lang="hu-HU" sz="1200" kern="1200" dirty="0" smtClean="0">
                <a:solidFill>
                  <a:schemeClr val="tx1"/>
                </a:solidFill>
                <a:latin typeface="IBM Plex Serif Light" panose="02060403050406000203" pitchFamily="18" charset="-18"/>
                <a:ea typeface="+mn-ea"/>
                <a:cs typeface="+mn-cs"/>
              </a:defRPr>
            </a:lvl4pPr>
            <a:lvl5pPr marL="228600" indent="-228600" algn="l" defTabSz="914400" rtl="0" eaLnBrk="1" latinLnBrk="0" hangingPunct="1">
              <a:lnSpc>
                <a:spcPct val="90000"/>
              </a:lnSpc>
              <a:spcBef>
                <a:spcPts val="1000"/>
              </a:spcBef>
              <a:buFont typeface="Arial" panose="020B0604020202020204" pitchFamily="34" charset="0"/>
              <a:buChar char="•"/>
              <a:defRPr lang="hu-HU" sz="1000" kern="1200" dirty="0">
                <a:solidFill>
                  <a:schemeClr val="tx1"/>
                </a:solidFill>
                <a:latin typeface="IBM Plex Serif Light" panose="02060403050406000203" pitchFamily="18" charset="-18"/>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lang="hu-HU" sz="1000" kern="1200" dirty="0" smtClean="0">
                <a:solidFill>
                  <a:schemeClr val="tx1"/>
                </a:solidFill>
                <a:latin typeface="IBM Plex Serif Light" panose="02060403050406000203" pitchFamily="18" charset="-18"/>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5400" dirty="0"/>
              <a:t>“</a:t>
            </a:r>
            <a:r>
              <a:rPr lang="hu-HU" sz="5400" dirty="0"/>
              <a:t>Idézetekkel elválaszthatjuk az egymástól elkülönülő fejezeteket az előadásunkban</a:t>
            </a:r>
            <a:r>
              <a:rPr lang="en-US" sz="5400" dirty="0"/>
              <a:t>”</a:t>
            </a:r>
          </a:p>
        </p:txBody>
      </p:sp>
      <p:sp>
        <p:nvSpPr>
          <p:cNvPr id="3" name="Google Shape;783;p52">
            <a:extLst>
              <a:ext uri="{FF2B5EF4-FFF2-40B4-BE49-F238E27FC236}">
                <a16:creationId xmlns:a16="http://schemas.microsoft.com/office/drawing/2014/main" id="{EEEFFCF1-7E4C-4FCC-D022-57D753C812CF}"/>
              </a:ext>
            </a:extLst>
          </p:cNvPr>
          <p:cNvSpPr txBox="1">
            <a:spLocks noGrp="1"/>
          </p:cNvSpPr>
          <p:nvPr>
            <p:ph type="title" idx="4294967295"/>
          </p:nvPr>
        </p:nvSpPr>
        <p:spPr>
          <a:xfrm>
            <a:off x="7812267" y="4373055"/>
            <a:ext cx="3341687" cy="7477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solidFill>
                  <a:schemeClr val="tx1"/>
                </a:solidFill>
                <a:latin typeface="IBM Plex Serif Light" panose="02060403050406000203" pitchFamily="18" charset="-18"/>
                <a:ea typeface="+mn-ea"/>
                <a:cs typeface="+mn-cs"/>
              </a:rPr>
              <a:t>—</a:t>
            </a:r>
            <a:r>
              <a:rPr lang="hu-HU" sz="3200" dirty="0">
                <a:solidFill>
                  <a:schemeClr val="tx1"/>
                </a:solidFill>
                <a:latin typeface="IBM Plex Serif Light" panose="02060403050406000203" pitchFamily="18" charset="-18"/>
                <a:ea typeface="+mn-ea"/>
                <a:cs typeface="+mn-cs"/>
              </a:rPr>
              <a:t>Idézet szerzője</a:t>
            </a:r>
          </a:p>
        </p:txBody>
      </p:sp>
    </p:spTree>
    <p:extLst>
      <p:ext uri="{BB962C8B-B14F-4D97-AF65-F5344CB8AC3E}">
        <p14:creationId xmlns:p14="http://schemas.microsoft.com/office/powerpoint/2010/main" val="2459097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ím 1"/>
          <p:cNvSpPr>
            <a:spLocks noGrp="1"/>
          </p:cNvSpPr>
          <p:nvPr>
            <p:ph type="title" idx="4294967295"/>
          </p:nvPr>
        </p:nvSpPr>
        <p:spPr>
          <a:xfrm>
            <a:off x="929952" y="365124"/>
            <a:ext cx="10515600" cy="1325563"/>
          </a:xfrm>
        </p:spPr>
        <p:txBody>
          <a:bodyPr/>
          <a:lstStyle/>
          <a:p>
            <a:r>
              <a:rPr lang="hu-HU" dirty="0">
                <a:solidFill>
                  <a:srgbClr val="285780"/>
                </a:solidFill>
                <a:latin typeface="Raleway Black" pitchFamily="2" charset="-18"/>
              </a:rPr>
              <a:t>Két hasábos minta</a:t>
            </a:r>
          </a:p>
        </p:txBody>
      </p:sp>
      <p:sp>
        <p:nvSpPr>
          <p:cNvPr id="3" name="Tartalom helye 2"/>
          <p:cNvSpPr>
            <a:spLocks noGrp="1"/>
          </p:cNvSpPr>
          <p:nvPr>
            <p:ph idx="4294967295"/>
          </p:nvPr>
        </p:nvSpPr>
        <p:spPr>
          <a:xfrm>
            <a:off x="929952" y="1825624"/>
            <a:ext cx="10515600" cy="4351338"/>
          </a:xfrm>
        </p:spPr>
        <p:txBody>
          <a:bodyPr>
            <a:normAutofit/>
          </a:bodyPr>
          <a:lstStyle/>
          <a:p>
            <a:r>
              <a:rPr lang="hu-HU" sz="1600" dirty="0">
                <a:latin typeface="IBM Plex Serif Light" panose="02060403050406000203" pitchFamily="18" charset="-18"/>
              </a:rPr>
              <a:t>l</a:t>
            </a:r>
            <a:r>
              <a:rPr lang="da-DK" sz="1600" dirty="0">
                <a:latin typeface="IBM Plex Serif Light" panose="02060403050406000203" pitchFamily="18" charset="-18"/>
              </a:rPr>
              <a:t>orem ipsum dolor sit amet</a:t>
            </a:r>
            <a:endParaRPr lang="hu-HU" sz="1600" dirty="0">
              <a:latin typeface="IBM Plex Serif Light" panose="02060403050406000203" pitchFamily="18" charset="-18"/>
            </a:endParaRPr>
          </a:p>
          <a:p>
            <a:r>
              <a:rPr lang="hu-HU" sz="1600" dirty="0" err="1">
                <a:latin typeface="IBM Plex Serif Light" panose="02060403050406000203" pitchFamily="18" charset="-18"/>
              </a:rPr>
              <a:t>consectetur</a:t>
            </a:r>
            <a:r>
              <a:rPr lang="hu-HU" sz="1600" dirty="0">
                <a:latin typeface="IBM Plex Serif Light" panose="02060403050406000203" pitchFamily="18" charset="-18"/>
              </a:rPr>
              <a:t> </a:t>
            </a:r>
            <a:r>
              <a:rPr lang="hu-HU" sz="1600" dirty="0" err="1">
                <a:latin typeface="IBM Plex Serif Light" panose="02060403050406000203" pitchFamily="18" charset="-18"/>
              </a:rPr>
              <a:t>adipiscing</a:t>
            </a:r>
            <a:r>
              <a:rPr lang="hu-HU" sz="1600" dirty="0">
                <a:latin typeface="IBM Plex Serif Light" panose="02060403050406000203" pitchFamily="18" charset="-18"/>
              </a:rPr>
              <a:t> elit</a:t>
            </a:r>
          </a:p>
          <a:p>
            <a:r>
              <a:rPr lang="hu-HU" sz="1600" dirty="0" err="1">
                <a:latin typeface="IBM Plex Serif Light" panose="02060403050406000203" pitchFamily="18" charset="-18"/>
              </a:rPr>
              <a:t>cras</a:t>
            </a:r>
            <a:r>
              <a:rPr lang="hu-HU" sz="1600" dirty="0">
                <a:latin typeface="IBM Plex Serif Light" panose="02060403050406000203" pitchFamily="18" charset="-18"/>
              </a:rPr>
              <a:t> vitae dictum </a:t>
            </a:r>
            <a:r>
              <a:rPr lang="hu-HU" sz="1600" dirty="0" err="1">
                <a:latin typeface="IBM Plex Serif Light" panose="02060403050406000203" pitchFamily="18" charset="-18"/>
              </a:rPr>
              <a:t>felis</a:t>
            </a:r>
            <a:r>
              <a:rPr lang="hu-HU" sz="1600" dirty="0">
                <a:latin typeface="IBM Plex Serif Light" panose="02060403050406000203" pitchFamily="18" charset="-18"/>
              </a:rPr>
              <a:t>, </a:t>
            </a:r>
            <a:r>
              <a:rPr lang="hu-HU" sz="1600" dirty="0" err="1">
                <a:latin typeface="IBM Plex Serif Light" panose="02060403050406000203" pitchFamily="18" charset="-18"/>
              </a:rPr>
              <a:t>at</a:t>
            </a:r>
            <a:r>
              <a:rPr lang="hu-HU" sz="1600" dirty="0">
                <a:latin typeface="IBM Plex Serif Light" panose="02060403050406000203" pitchFamily="18" charset="-18"/>
              </a:rPr>
              <a:t> </a:t>
            </a:r>
            <a:r>
              <a:rPr lang="hu-HU" sz="1600" dirty="0" err="1">
                <a:latin typeface="IBM Plex Serif Light" panose="02060403050406000203" pitchFamily="18" charset="-18"/>
              </a:rPr>
              <a:t>aliquet</a:t>
            </a:r>
            <a:r>
              <a:rPr lang="hu-HU" sz="1600" dirty="0">
                <a:latin typeface="IBM Plex Serif Light" panose="02060403050406000203" pitchFamily="18" charset="-18"/>
              </a:rPr>
              <a:t> </a:t>
            </a:r>
            <a:r>
              <a:rPr lang="hu-HU" sz="1600" dirty="0" err="1">
                <a:latin typeface="IBM Plex Serif Light" panose="02060403050406000203" pitchFamily="18" charset="-18"/>
              </a:rPr>
              <a:t>enim</a:t>
            </a:r>
            <a:endParaRPr lang="hu-HU" sz="1600" dirty="0">
              <a:latin typeface="IBM Plex Serif Light" panose="02060403050406000203" pitchFamily="18" charset="-18"/>
            </a:endParaRPr>
          </a:p>
          <a:p>
            <a:r>
              <a:rPr lang="hu-HU" sz="1600" dirty="0">
                <a:latin typeface="IBM Plex Serif Light" panose="02060403050406000203" pitchFamily="18" charset="-18"/>
              </a:rPr>
              <a:t>l</a:t>
            </a:r>
            <a:r>
              <a:rPr lang="da-DK" sz="1600" dirty="0">
                <a:latin typeface="IBM Plex Serif Light" panose="02060403050406000203" pitchFamily="18" charset="-18"/>
              </a:rPr>
              <a:t>orem ipsum dolor sit amet</a:t>
            </a:r>
            <a:endParaRPr lang="hu-HU" sz="1600" dirty="0">
              <a:latin typeface="IBM Plex Serif Light" panose="02060403050406000203" pitchFamily="18" charset="-18"/>
            </a:endParaRPr>
          </a:p>
          <a:p>
            <a:r>
              <a:rPr lang="hu-HU" sz="1600" dirty="0" err="1">
                <a:latin typeface="IBM Plex Serif Light" panose="02060403050406000203" pitchFamily="18" charset="-18"/>
              </a:rPr>
              <a:t>consectetur</a:t>
            </a:r>
            <a:r>
              <a:rPr lang="hu-HU" sz="1600" dirty="0">
                <a:latin typeface="IBM Plex Serif Light" panose="02060403050406000203" pitchFamily="18" charset="-18"/>
              </a:rPr>
              <a:t> </a:t>
            </a:r>
            <a:r>
              <a:rPr lang="hu-HU" sz="1600" dirty="0" err="1">
                <a:latin typeface="IBM Plex Serif Light" panose="02060403050406000203" pitchFamily="18" charset="-18"/>
              </a:rPr>
              <a:t>adipiscing</a:t>
            </a:r>
            <a:r>
              <a:rPr lang="hu-HU" sz="1600" dirty="0">
                <a:latin typeface="IBM Plex Serif Light" panose="02060403050406000203" pitchFamily="18" charset="-18"/>
              </a:rPr>
              <a:t> elit</a:t>
            </a:r>
          </a:p>
          <a:p>
            <a:r>
              <a:rPr lang="hu-HU" sz="1600" dirty="0" err="1">
                <a:latin typeface="IBM Plex Serif Light" panose="02060403050406000203" pitchFamily="18" charset="-18"/>
              </a:rPr>
              <a:t>cras</a:t>
            </a:r>
            <a:r>
              <a:rPr lang="hu-HU" sz="1600" dirty="0">
                <a:latin typeface="IBM Plex Serif Light" panose="02060403050406000203" pitchFamily="18" charset="-18"/>
              </a:rPr>
              <a:t> vitae dictum </a:t>
            </a:r>
            <a:r>
              <a:rPr lang="hu-HU" sz="1600" dirty="0" err="1">
                <a:latin typeface="IBM Plex Serif Light" panose="02060403050406000203" pitchFamily="18" charset="-18"/>
              </a:rPr>
              <a:t>felis</a:t>
            </a:r>
            <a:r>
              <a:rPr lang="hu-HU" sz="1600" dirty="0">
                <a:latin typeface="IBM Plex Serif Light" panose="02060403050406000203" pitchFamily="18" charset="-18"/>
              </a:rPr>
              <a:t>, </a:t>
            </a:r>
            <a:r>
              <a:rPr lang="hu-HU" sz="1600" dirty="0" err="1">
                <a:latin typeface="IBM Plex Serif Light" panose="02060403050406000203" pitchFamily="18" charset="-18"/>
              </a:rPr>
              <a:t>at</a:t>
            </a:r>
            <a:r>
              <a:rPr lang="hu-HU" sz="1600" dirty="0">
                <a:latin typeface="IBM Plex Serif Light" panose="02060403050406000203" pitchFamily="18" charset="-18"/>
              </a:rPr>
              <a:t> </a:t>
            </a:r>
            <a:r>
              <a:rPr lang="hu-HU" sz="1600" dirty="0" err="1">
                <a:latin typeface="IBM Plex Serif Light" panose="02060403050406000203" pitchFamily="18" charset="-18"/>
              </a:rPr>
              <a:t>aliquet</a:t>
            </a:r>
            <a:r>
              <a:rPr lang="hu-HU" sz="1600" dirty="0">
                <a:latin typeface="IBM Plex Serif Light" panose="02060403050406000203" pitchFamily="18" charset="-18"/>
              </a:rPr>
              <a:t> </a:t>
            </a:r>
            <a:r>
              <a:rPr lang="hu-HU" sz="1600" dirty="0" err="1">
                <a:latin typeface="IBM Plex Serif Light" panose="02060403050406000203" pitchFamily="18" charset="-18"/>
              </a:rPr>
              <a:t>enim</a:t>
            </a:r>
            <a:endParaRPr lang="hu-HU" sz="1600" dirty="0">
              <a:latin typeface="IBM Plex Serif Light" panose="02060403050406000203" pitchFamily="18" charset="-18"/>
            </a:endParaRPr>
          </a:p>
          <a:p>
            <a:r>
              <a:rPr lang="hu-HU" sz="1600" dirty="0">
                <a:latin typeface="IBM Plex Serif Light" panose="02060403050406000203" pitchFamily="18" charset="-18"/>
              </a:rPr>
              <a:t>l</a:t>
            </a:r>
            <a:r>
              <a:rPr lang="da-DK" sz="1600" dirty="0">
                <a:latin typeface="IBM Plex Serif Light" panose="02060403050406000203" pitchFamily="18" charset="-18"/>
              </a:rPr>
              <a:t>orem ipsum dolor sit amet</a:t>
            </a:r>
            <a:endParaRPr lang="hu-HU" sz="1600" dirty="0">
              <a:latin typeface="IBM Plex Serif Light" panose="02060403050406000203" pitchFamily="18" charset="-18"/>
            </a:endParaRPr>
          </a:p>
          <a:p>
            <a:r>
              <a:rPr lang="hu-HU" sz="1600" dirty="0" err="1">
                <a:latin typeface="IBM Plex Serif Light" panose="02060403050406000203" pitchFamily="18" charset="-18"/>
              </a:rPr>
              <a:t>consectetur</a:t>
            </a:r>
            <a:r>
              <a:rPr lang="hu-HU" sz="1600" dirty="0">
                <a:latin typeface="IBM Plex Serif Light" panose="02060403050406000203" pitchFamily="18" charset="-18"/>
              </a:rPr>
              <a:t> </a:t>
            </a:r>
            <a:r>
              <a:rPr lang="hu-HU" sz="1600" dirty="0" err="1">
                <a:latin typeface="IBM Plex Serif Light" panose="02060403050406000203" pitchFamily="18" charset="-18"/>
              </a:rPr>
              <a:t>adipiscing</a:t>
            </a:r>
            <a:r>
              <a:rPr lang="hu-HU" sz="1600" dirty="0">
                <a:latin typeface="IBM Plex Serif Light" panose="02060403050406000203" pitchFamily="18" charset="-18"/>
              </a:rPr>
              <a:t> elit</a:t>
            </a:r>
          </a:p>
        </p:txBody>
      </p:sp>
      <p:sp>
        <p:nvSpPr>
          <p:cNvPr id="4" name="Tartalom helye 2"/>
          <p:cNvSpPr txBox="1">
            <a:spLocks/>
          </p:cNvSpPr>
          <p:nvPr/>
        </p:nvSpPr>
        <p:spPr>
          <a:xfrm>
            <a:off x="6437561" y="1825624"/>
            <a:ext cx="4824487" cy="3511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1600" dirty="0">
                <a:latin typeface="IBM Plex Serif Light" panose="02060403050406000203" pitchFamily="18" charset="-18"/>
              </a:rPr>
              <a:t>l</a:t>
            </a:r>
            <a:r>
              <a:rPr lang="da-DK" sz="1600" dirty="0">
                <a:latin typeface="IBM Plex Serif Light" panose="02060403050406000203" pitchFamily="18" charset="-18"/>
              </a:rPr>
              <a:t>orem ipsum dolor sit amet</a:t>
            </a:r>
            <a:endParaRPr lang="hu-HU" sz="1600" dirty="0">
              <a:latin typeface="IBM Plex Serif Light" panose="02060403050406000203" pitchFamily="18" charset="-18"/>
            </a:endParaRPr>
          </a:p>
          <a:p>
            <a:r>
              <a:rPr lang="hu-HU" sz="1600" dirty="0" err="1">
                <a:latin typeface="IBM Plex Serif Light" panose="02060403050406000203" pitchFamily="18" charset="-18"/>
              </a:rPr>
              <a:t>consectetur</a:t>
            </a:r>
            <a:r>
              <a:rPr lang="hu-HU" sz="1600" dirty="0">
                <a:latin typeface="IBM Plex Serif Light" panose="02060403050406000203" pitchFamily="18" charset="-18"/>
              </a:rPr>
              <a:t> </a:t>
            </a:r>
            <a:r>
              <a:rPr lang="hu-HU" sz="1600" dirty="0" err="1">
                <a:latin typeface="IBM Plex Serif Light" panose="02060403050406000203" pitchFamily="18" charset="-18"/>
              </a:rPr>
              <a:t>adipiscing</a:t>
            </a:r>
            <a:r>
              <a:rPr lang="hu-HU" sz="1600" dirty="0">
                <a:latin typeface="IBM Plex Serif Light" panose="02060403050406000203" pitchFamily="18" charset="-18"/>
              </a:rPr>
              <a:t> elit</a:t>
            </a:r>
          </a:p>
          <a:p>
            <a:r>
              <a:rPr lang="hu-HU" sz="1600" dirty="0" err="1">
                <a:latin typeface="IBM Plex Serif Light" panose="02060403050406000203" pitchFamily="18" charset="-18"/>
              </a:rPr>
              <a:t>cras</a:t>
            </a:r>
            <a:r>
              <a:rPr lang="hu-HU" sz="1600" dirty="0">
                <a:latin typeface="IBM Plex Serif Light" panose="02060403050406000203" pitchFamily="18" charset="-18"/>
              </a:rPr>
              <a:t> vitae dictum </a:t>
            </a:r>
            <a:r>
              <a:rPr lang="hu-HU" sz="1600" dirty="0" err="1">
                <a:latin typeface="IBM Plex Serif Light" panose="02060403050406000203" pitchFamily="18" charset="-18"/>
              </a:rPr>
              <a:t>felis</a:t>
            </a:r>
            <a:r>
              <a:rPr lang="hu-HU" sz="1600" dirty="0">
                <a:latin typeface="IBM Plex Serif Light" panose="02060403050406000203" pitchFamily="18" charset="-18"/>
              </a:rPr>
              <a:t>, </a:t>
            </a:r>
            <a:r>
              <a:rPr lang="hu-HU" sz="1600" dirty="0" err="1">
                <a:latin typeface="IBM Plex Serif Light" panose="02060403050406000203" pitchFamily="18" charset="-18"/>
              </a:rPr>
              <a:t>at</a:t>
            </a:r>
            <a:r>
              <a:rPr lang="hu-HU" sz="1600" dirty="0">
                <a:latin typeface="IBM Plex Serif Light" panose="02060403050406000203" pitchFamily="18" charset="-18"/>
              </a:rPr>
              <a:t> </a:t>
            </a:r>
            <a:r>
              <a:rPr lang="hu-HU" sz="1600" dirty="0" err="1">
                <a:latin typeface="IBM Plex Serif Light" panose="02060403050406000203" pitchFamily="18" charset="-18"/>
              </a:rPr>
              <a:t>aliquet</a:t>
            </a:r>
            <a:r>
              <a:rPr lang="hu-HU" sz="1600" dirty="0">
                <a:latin typeface="IBM Plex Serif Light" panose="02060403050406000203" pitchFamily="18" charset="-18"/>
              </a:rPr>
              <a:t> </a:t>
            </a:r>
            <a:r>
              <a:rPr lang="hu-HU" sz="1600" dirty="0" err="1">
                <a:latin typeface="IBM Plex Serif Light" panose="02060403050406000203" pitchFamily="18" charset="-18"/>
              </a:rPr>
              <a:t>enim</a:t>
            </a:r>
            <a:endParaRPr lang="hu-HU" sz="1600" dirty="0">
              <a:latin typeface="IBM Plex Serif Light" panose="02060403050406000203" pitchFamily="18" charset="-18"/>
            </a:endParaRPr>
          </a:p>
          <a:p>
            <a:r>
              <a:rPr lang="hu-HU" sz="1600" dirty="0">
                <a:latin typeface="IBM Plex Serif Light" panose="02060403050406000203" pitchFamily="18" charset="-18"/>
              </a:rPr>
              <a:t>l</a:t>
            </a:r>
            <a:r>
              <a:rPr lang="da-DK" sz="1600" dirty="0">
                <a:latin typeface="IBM Plex Serif Light" panose="02060403050406000203" pitchFamily="18" charset="-18"/>
              </a:rPr>
              <a:t>orem ipsum dolor sit amet</a:t>
            </a:r>
            <a:endParaRPr lang="hu-HU" sz="1600" dirty="0">
              <a:latin typeface="IBM Plex Serif Light" panose="02060403050406000203" pitchFamily="18" charset="-18"/>
            </a:endParaRPr>
          </a:p>
          <a:p>
            <a:r>
              <a:rPr lang="hu-HU" sz="1600" dirty="0" err="1">
                <a:latin typeface="IBM Plex Serif Light" panose="02060403050406000203" pitchFamily="18" charset="-18"/>
              </a:rPr>
              <a:t>consectetur</a:t>
            </a:r>
            <a:r>
              <a:rPr lang="hu-HU" sz="1600" dirty="0">
                <a:latin typeface="IBM Plex Serif Light" panose="02060403050406000203" pitchFamily="18" charset="-18"/>
              </a:rPr>
              <a:t> </a:t>
            </a:r>
            <a:r>
              <a:rPr lang="hu-HU" sz="1600" dirty="0" err="1">
                <a:latin typeface="IBM Plex Serif Light" panose="02060403050406000203" pitchFamily="18" charset="-18"/>
              </a:rPr>
              <a:t>adipiscing</a:t>
            </a:r>
            <a:r>
              <a:rPr lang="hu-HU" sz="1600" dirty="0">
                <a:latin typeface="IBM Plex Serif Light" panose="02060403050406000203" pitchFamily="18" charset="-18"/>
              </a:rPr>
              <a:t> elit</a:t>
            </a:r>
          </a:p>
          <a:p>
            <a:r>
              <a:rPr lang="hu-HU" sz="1600" dirty="0" err="1">
                <a:latin typeface="IBM Plex Serif Light" panose="02060403050406000203" pitchFamily="18" charset="-18"/>
              </a:rPr>
              <a:t>cras</a:t>
            </a:r>
            <a:r>
              <a:rPr lang="hu-HU" sz="1600" dirty="0">
                <a:latin typeface="IBM Plex Serif Light" panose="02060403050406000203" pitchFamily="18" charset="-18"/>
              </a:rPr>
              <a:t> vitae dictum </a:t>
            </a:r>
            <a:r>
              <a:rPr lang="hu-HU" sz="1600" dirty="0" err="1">
                <a:latin typeface="IBM Plex Serif Light" panose="02060403050406000203" pitchFamily="18" charset="-18"/>
              </a:rPr>
              <a:t>felis</a:t>
            </a:r>
            <a:r>
              <a:rPr lang="hu-HU" sz="1600" dirty="0">
                <a:latin typeface="IBM Plex Serif Light" panose="02060403050406000203" pitchFamily="18" charset="-18"/>
              </a:rPr>
              <a:t>, </a:t>
            </a:r>
            <a:r>
              <a:rPr lang="hu-HU" sz="1600" dirty="0" err="1">
                <a:latin typeface="IBM Plex Serif Light" panose="02060403050406000203" pitchFamily="18" charset="-18"/>
              </a:rPr>
              <a:t>at</a:t>
            </a:r>
            <a:r>
              <a:rPr lang="hu-HU" sz="1600" dirty="0">
                <a:latin typeface="IBM Plex Serif Light" panose="02060403050406000203" pitchFamily="18" charset="-18"/>
              </a:rPr>
              <a:t> </a:t>
            </a:r>
            <a:r>
              <a:rPr lang="hu-HU" sz="1600" dirty="0" err="1">
                <a:latin typeface="IBM Plex Serif Light" panose="02060403050406000203" pitchFamily="18" charset="-18"/>
              </a:rPr>
              <a:t>aliquet</a:t>
            </a:r>
            <a:r>
              <a:rPr lang="hu-HU" sz="1600" dirty="0">
                <a:latin typeface="IBM Plex Serif Light" panose="02060403050406000203" pitchFamily="18" charset="-18"/>
              </a:rPr>
              <a:t> </a:t>
            </a:r>
            <a:r>
              <a:rPr lang="hu-HU" sz="1600" dirty="0" err="1">
                <a:latin typeface="IBM Plex Serif Light" panose="02060403050406000203" pitchFamily="18" charset="-18"/>
              </a:rPr>
              <a:t>enim</a:t>
            </a:r>
            <a:endParaRPr lang="hu-HU" sz="1600" dirty="0">
              <a:latin typeface="IBM Plex Serif Light" panose="02060403050406000203" pitchFamily="18" charset="-18"/>
            </a:endParaRPr>
          </a:p>
          <a:p>
            <a:r>
              <a:rPr lang="hu-HU" sz="1600" dirty="0">
                <a:latin typeface="IBM Plex Serif Light" panose="02060403050406000203" pitchFamily="18" charset="-18"/>
              </a:rPr>
              <a:t>l</a:t>
            </a:r>
            <a:r>
              <a:rPr lang="da-DK" sz="1600" dirty="0">
                <a:latin typeface="IBM Plex Serif Light" panose="02060403050406000203" pitchFamily="18" charset="-18"/>
              </a:rPr>
              <a:t>orem ipsum dolor sit amet</a:t>
            </a:r>
            <a:endParaRPr lang="hu-HU" sz="1600" dirty="0">
              <a:latin typeface="IBM Plex Serif Light" panose="02060403050406000203" pitchFamily="18" charset="-18"/>
            </a:endParaRPr>
          </a:p>
          <a:p>
            <a:r>
              <a:rPr lang="hu-HU" sz="1600" dirty="0" err="1">
                <a:latin typeface="IBM Plex Serif Light" panose="02060403050406000203" pitchFamily="18" charset="-18"/>
              </a:rPr>
              <a:t>consectetur</a:t>
            </a:r>
            <a:r>
              <a:rPr lang="hu-HU" sz="1600" dirty="0">
                <a:latin typeface="IBM Plex Serif Light" panose="02060403050406000203" pitchFamily="18" charset="-18"/>
              </a:rPr>
              <a:t> </a:t>
            </a:r>
            <a:r>
              <a:rPr lang="hu-HU" sz="1600" dirty="0" err="1">
                <a:latin typeface="IBM Plex Serif Light" panose="02060403050406000203" pitchFamily="18" charset="-18"/>
              </a:rPr>
              <a:t>adipiscing</a:t>
            </a:r>
            <a:r>
              <a:rPr lang="hu-HU" sz="1600" dirty="0">
                <a:latin typeface="IBM Plex Serif Light" panose="02060403050406000203" pitchFamily="18" charset="-18"/>
              </a:rPr>
              <a:t> elit</a:t>
            </a:r>
          </a:p>
          <a:p>
            <a:r>
              <a:rPr lang="hu-HU" sz="1600" dirty="0" err="1">
                <a:latin typeface="IBM Plex Serif Light" panose="02060403050406000203" pitchFamily="18" charset="-18"/>
              </a:rPr>
              <a:t>cras</a:t>
            </a:r>
            <a:r>
              <a:rPr lang="hu-HU" sz="1600" dirty="0">
                <a:latin typeface="IBM Plex Serif Light" panose="02060403050406000203" pitchFamily="18" charset="-18"/>
              </a:rPr>
              <a:t> vitae dictum </a:t>
            </a:r>
            <a:r>
              <a:rPr lang="hu-HU" sz="1600" dirty="0" err="1">
                <a:latin typeface="IBM Plex Serif Light" panose="02060403050406000203" pitchFamily="18" charset="-18"/>
              </a:rPr>
              <a:t>felis</a:t>
            </a:r>
            <a:r>
              <a:rPr lang="hu-HU" sz="1600" dirty="0">
                <a:latin typeface="IBM Plex Serif Light" panose="02060403050406000203" pitchFamily="18" charset="-18"/>
              </a:rPr>
              <a:t>, </a:t>
            </a:r>
            <a:r>
              <a:rPr lang="hu-HU" sz="1600" dirty="0" err="1">
                <a:latin typeface="IBM Plex Serif Light" panose="02060403050406000203" pitchFamily="18" charset="-18"/>
              </a:rPr>
              <a:t>at</a:t>
            </a:r>
            <a:r>
              <a:rPr lang="hu-HU" sz="1600" dirty="0">
                <a:latin typeface="IBM Plex Serif Light" panose="02060403050406000203" pitchFamily="18" charset="-18"/>
              </a:rPr>
              <a:t> </a:t>
            </a:r>
            <a:r>
              <a:rPr lang="hu-HU" sz="1600" dirty="0" err="1">
                <a:latin typeface="IBM Plex Serif Light" panose="02060403050406000203" pitchFamily="18" charset="-18"/>
              </a:rPr>
              <a:t>aliquet</a:t>
            </a:r>
            <a:r>
              <a:rPr lang="hu-HU" sz="1600" dirty="0">
                <a:latin typeface="IBM Plex Serif Light" panose="02060403050406000203" pitchFamily="18" charset="-18"/>
              </a:rPr>
              <a:t> </a:t>
            </a:r>
            <a:r>
              <a:rPr lang="hu-HU" sz="1600" dirty="0" err="1">
                <a:latin typeface="IBM Plex Serif Light" panose="02060403050406000203" pitchFamily="18" charset="-18"/>
              </a:rPr>
              <a:t>enim</a:t>
            </a:r>
            <a:endParaRPr lang="hu-HU" sz="1600" dirty="0">
              <a:latin typeface="IBM Plex Serif Light" panose="02060403050406000203" pitchFamily="18" charset="-18"/>
            </a:endParaRPr>
          </a:p>
          <a:p>
            <a:endParaRPr lang="hu-HU" sz="1600" dirty="0">
              <a:latin typeface="IBM Plex Serif Light" panose="02060403050406000203" pitchFamily="18" charset="-18"/>
            </a:endParaRPr>
          </a:p>
        </p:txBody>
      </p:sp>
    </p:spTree>
    <p:extLst>
      <p:ext uri="{BB962C8B-B14F-4D97-AF65-F5344CB8AC3E}">
        <p14:creationId xmlns:p14="http://schemas.microsoft.com/office/powerpoint/2010/main" val="1470132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BAA9773-F752-FCB8-64E5-5831366DB6F3}"/>
              </a:ext>
            </a:extLst>
          </p:cNvPr>
          <p:cNvSpPr>
            <a:spLocks noGrp="1"/>
          </p:cNvSpPr>
          <p:nvPr>
            <p:ph type="title"/>
          </p:nvPr>
        </p:nvSpPr>
        <p:spPr/>
        <p:txBody>
          <a:bodyPr/>
          <a:lstStyle/>
          <a:p>
            <a:r>
              <a:rPr lang="hu-HU" dirty="0"/>
              <a:t>Grafikai elemek</a:t>
            </a:r>
          </a:p>
        </p:txBody>
      </p:sp>
      <p:grpSp>
        <p:nvGrpSpPr>
          <p:cNvPr id="4" name="Google Shape;4015;p83">
            <a:extLst>
              <a:ext uri="{FF2B5EF4-FFF2-40B4-BE49-F238E27FC236}">
                <a16:creationId xmlns:a16="http://schemas.microsoft.com/office/drawing/2014/main" id="{8B6DB05D-A427-E72A-A358-47D556A61F3B}"/>
              </a:ext>
            </a:extLst>
          </p:cNvPr>
          <p:cNvGrpSpPr/>
          <p:nvPr/>
        </p:nvGrpSpPr>
        <p:grpSpPr>
          <a:xfrm>
            <a:off x="1181382" y="1474163"/>
            <a:ext cx="3204107" cy="267613"/>
            <a:chOff x="106648" y="895722"/>
            <a:chExt cx="4481413" cy="374300"/>
          </a:xfrm>
        </p:grpSpPr>
        <p:grpSp>
          <p:nvGrpSpPr>
            <p:cNvPr id="5" name="Google Shape;4016;p83">
              <a:extLst>
                <a:ext uri="{FF2B5EF4-FFF2-40B4-BE49-F238E27FC236}">
                  <a16:creationId xmlns:a16="http://schemas.microsoft.com/office/drawing/2014/main" id="{328A6038-0163-CA60-7CF3-39A43AADFAAD}"/>
                </a:ext>
              </a:extLst>
            </p:cNvPr>
            <p:cNvGrpSpPr/>
            <p:nvPr/>
          </p:nvGrpSpPr>
          <p:grpSpPr>
            <a:xfrm>
              <a:off x="2233276" y="895722"/>
              <a:ext cx="1082667" cy="223591"/>
              <a:chOff x="4808316" y="2800065"/>
              <a:chExt cx="1999386" cy="412910"/>
            </a:xfrm>
          </p:grpSpPr>
          <p:sp>
            <p:nvSpPr>
              <p:cNvPr id="21" name="Google Shape;4017;p83">
                <a:extLst>
                  <a:ext uri="{FF2B5EF4-FFF2-40B4-BE49-F238E27FC236}">
                    <a16:creationId xmlns:a16="http://schemas.microsoft.com/office/drawing/2014/main" id="{CA540C17-7F90-1D23-0A32-36B37A671AF9}"/>
                  </a:ext>
                </a:extLst>
              </p:cNvPr>
              <p:cNvSpPr/>
              <p:nvPr/>
            </p:nvSpPr>
            <p:spPr>
              <a:xfrm>
                <a:off x="4849302"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4018;p83">
                <a:extLst>
                  <a:ext uri="{FF2B5EF4-FFF2-40B4-BE49-F238E27FC236}">
                    <a16:creationId xmlns:a16="http://schemas.microsoft.com/office/drawing/2014/main" id="{57442A05-0822-5989-6BAF-04B5ACB3DE0F}"/>
                  </a:ext>
                </a:extLst>
              </p:cNvPr>
              <p:cNvGrpSpPr/>
              <p:nvPr/>
            </p:nvGrpSpPr>
            <p:grpSpPr>
              <a:xfrm>
                <a:off x="4808316" y="2800065"/>
                <a:ext cx="92400" cy="411825"/>
                <a:chOff x="845575" y="2563700"/>
                <a:chExt cx="92400" cy="411825"/>
              </a:xfrm>
            </p:grpSpPr>
            <p:cxnSp>
              <p:nvCxnSpPr>
                <p:cNvPr id="23" name="Google Shape;4019;p83">
                  <a:extLst>
                    <a:ext uri="{FF2B5EF4-FFF2-40B4-BE49-F238E27FC236}">
                      <a16:creationId xmlns:a16="http://schemas.microsoft.com/office/drawing/2014/main" id="{EF74BFC4-5CB8-FF5F-6A22-2E62839BB6FC}"/>
                    </a:ext>
                  </a:extLst>
                </p:cNvPr>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24" name="Google Shape;4020;p83">
                  <a:extLst>
                    <a:ext uri="{FF2B5EF4-FFF2-40B4-BE49-F238E27FC236}">
                      <a16:creationId xmlns:a16="http://schemas.microsoft.com/office/drawing/2014/main" id="{620ED1C3-56CE-C5AC-540D-BADD211CE350}"/>
                    </a:ext>
                  </a:extLst>
                </p:cNvPr>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 name="Google Shape;4021;p83">
              <a:extLst>
                <a:ext uri="{FF2B5EF4-FFF2-40B4-BE49-F238E27FC236}">
                  <a16:creationId xmlns:a16="http://schemas.microsoft.com/office/drawing/2014/main" id="{40163159-CB6E-75A5-BDF0-D8D0BDA85B8E}"/>
                </a:ext>
              </a:extLst>
            </p:cNvPr>
            <p:cNvGrpSpPr/>
            <p:nvPr/>
          </p:nvGrpSpPr>
          <p:grpSpPr>
            <a:xfrm>
              <a:off x="106648" y="895722"/>
              <a:ext cx="1088401" cy="223591"/>
              <a:chOff x="881025" y="2800065"/>
              <a:chExt cx="2009975" cy="412910"/>
            </a:xfrm>
          </p:grpSpPr>
          <p:sp>
            <p:nvSpPr>
              <p:cNvPr id="17" name="Google Shape;4022;p83">
                <a:extLst>
                  <a:ext uri="{FF2B5EF4-FFF2-40B4-BE49-F238E27FC236}">
                    <a16:creationId xmlns:a16="http://schemas.microsoft.com/office/drawing/2014/main" id="{0F02335C-499C-9A9F-2DC2-774A8B183B34}"/>
                  </a:ext>
                </a:extLst>
              </p:cNvPr>
              <p:cNvSpPr/>
              <p:nvPr/>
            </p:nvSpPr>
            <p:spPr>
              <a:xfrm>
                <a:off x="932600"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4023;p83">
                <a:extLst>
                  <a:ext uri="{FF2B5EF4-FFF2-40B4-BE49-F238E27FC236}">
                    <a16:creationId xmlns:a16="http://schemas.microsoft.com/office/drawing/2014/main" id="{F5B3CC42-E1E1-2C48-27F3-2F68871B3279}"/>
                  </a:ext>
                </a:extLst>
              </p:cNvPr>
              <p:cNvGrpSpPr/>
              <p:nvPr/>
            </p:nvGrpSpPr>
            <p:grpSpPr>
              <a:xfrm>
                <a:off x="881025" y="2800065"/>
                <a:ext cx="92400" cy="411825"/>
                <a:chOff x="845575" y="2563700"/>
                <a:chExt cx="92400" cy="411825"/>
              </a:xfrm>
            </p:grpSpPr>
            <p:cxnSp>
              <p:nvCxnSpPr>
                <p:cNvPr id="19" name="Google Shape;4024;p83">
                  <a:extLst>
                    <a:ext uri="{FF2B5EF4-FFF2-40B4-BE49-F238E27FC236}">
                      <a16:creationId xmlns:a16="http://schemas.microsoft.com/office/drawing/2014/main" id="{6BE9FEB6-E9E5-0001-EFA2-78009426E5BB}"/>
                    </a:ext>
                  </a:extLst>
                </p:cNvPr>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20" name="Google Shape;4025;p83">
                  <a:extLst>
                    <a:ext uri="{FF2B5EF4-FFF2-40B4-BE49-F238E27FC236}">
                      <a16:creationId xmlns:a16="http://schemas.microsoft.com/office/drawing/2014/main" id="{4DC696F1-0C18-7DE8-7141-BDCD56B7C3D5}"/>
                    </a:ext>
                  </a:extLst>
                </p:cNvPr>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 name="Google Shape;4026;p83">
              <a:extLst>
                <a:ext uri="{FF2B5EF4-FFF2-40B4-BE49-F238E27FC236}">
                  <a16:creationId xmlns:a16="http://schemas.microsoft.com/office/drawing/2014/main" id="{DEF8847E-C97A-3F1A-B1BC-0FF73182B2F4}"/>
                </a:ext>
              </a:extLst>
            </p:cNvPr>
            <p:cNvGrpSpPr/>
            <p:nvPr/>
          </p:nvGrpSpPr>
          <p:grpSpPr>
            <a:xfrm>
              <a:off x="1172346" y="1047018"/>
              <a:ext cx="1083151" cy="223003"/>
              <a:chOff x="2849073" y="3079467"/>
              <a:chExt cx="2000279" cy="411825"/>
            </a:xfrm>
          </p:grpSpPr>
          <p:sp>
            <p:nvSpPr>
              <p:cNvPr id="13" name="Google Shape;4027;p83">
                <a:extLst>
                  <a:ext uri="{FF2B5EF4-FFF2-40B4-BE49-F238E27FC236}">
                    <a16:creationId xmlns:a16="http://schemas.microsoft.com/office/drawing/2014/main" id="{A86EF6BB-ED0C-323F-74D7-8FBFE5B83F9B}"/>
                  </a:ext>
                </a:extLst>
              </p:cNvPr>
              <p:cNvSpPr/>
              <p:nvPr/>
            </p:nvSpPr>
            <p:spPr>
              <a:xfrm>
                <a:off x="2890952" y="3079475"/>
                <a:ext cx="19584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4028;p83">
                <a:extLst>
                  <a:ext uri="{FF2B5EF4-FFF2-40B4-BE49-F238E27FC236}">
                    <a16:creationId xmlns:a16="http://schemas.microsoft.com/office/drawing/2014/main" id="{92557192-84BF-1050-CF8B-F226A46763F0}"/>
                  </a:ext>
                </a:extLst>
              </p:cNvPr>
              <p:cNvGrpSpPr/>
              <p:nvPr/>
            </p:nvGrpSpPr>
            <p:grpSpPr>
              <a:xfrm rot="10800000">
                <a:off x="2849073" y="3079467"/>
                <a:ext cx="92400" cy="411825"/>
                <a:chOff x="2070100" y="2563700"/>
                <a:chExt cx="92400" cy="411825"/>
              </a:xfrm>
            </p:grpSpPr>
            <p:cxnSp>
              <p:nvCxnSpPr>
                <p:cNvPr id="15" name="Google Shape;4029;p83">
                  <a:extLst>
                    <a:ext uri="{FF2B5EF4-FFF2-40B4-BE49-F238E27FC236}">
                      <a16:creationId xmlns:a16="http://schemas.microsoft.com/office/drawing/2014/main" id="{CFF22EBF-1E12-CE60-AA0D-1FFFA638B31F}"/>
                    </a:ext>
                  </a:extLst>
                </p:cNvPr>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16" name="Google Shape;4030;p83">
                  <a:extLst>
                    <a:ext uri="{FF2B5EF4-FFF2-40B4-BE49-F238E27FC236}">
                      <a16:creationId xmlns:a16="http://schemas.microsoft.com/office/drawing/2014/main" id="{D8E8E21F-3998-FF23-275A-3348F9D16151}"/>
                    </a:ext>
                  </a:extLst>
                </p:cNvPr>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 name="Google Shape;4031;p83">
              <a:extLst>
                <a:ext uri="{FF2B5EF4-FFF2-40B4-BE49-F238E27FC236}">
                  <a16:creationId xmlns:a16="http://schemas.microsoft.com/office/drawing/2014/main" id="{BECA04DF-1744-3A00-6D93-0FF75FCDF7D7}"/>
                </a:ext>
              </a:extLst>
            </p:cNvPr>
            <p:cNvGrpSpPr/>
            <p:nvPr/>
          </p:nvGrpSpPr>
          <p:grpSpPr>
            <a:xfrm>
              <a:off x="3290132" y="1047018"/>
              <a:ext cx="1297929" cy="223003"/>
              <a:chOff x="6760035" y="3079467"/>
              <a:chExt cx="2396914" cy="411825"/>
            </a:xfrm>
          </p:grpSpPr>
          <p:sp>
            <p:nvSpPr>
              <p:cNvPr id="9" name="Google Shape;4032;p83">
                <a:extLst>
                  <a:ext uri="{FF2B5EF4-FFF2-40B4-BE49-F238E27FC236}">
                    <a16:creationId xmlns:a16="http://schemas.microsoft.com/office/drawing/2014/main" id="{A39CD15E-B745-5C76-DC7F-5E352E227CB8}"/>
                  </a:ext>
                </a:extLst>
              </p:cNvPr>
              <p:cNvSpPr/>
              <p:nvPr/>
            </p:nvSpPr>
            <p:spPr>
              <a:xfrm>
                <a:off x="6807650" y="3079475"/>
                <a:ext cx="23493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4033;p83">
                <a:extLst>
                  <a:ext uri="{FF2B5EF4-FFF2-40B4-BE49-F238E27FC236}">
                    <a16:creationId xmlns:a16="http://schemas.microsoft.com/office/drawing/2014/main" id="{1BC0EA8A-8DE8-DD8C-016C-D12FE0810CE9}"/>
                  </a:ext>
                </a:extLst>
              </p:cNvPr>
              <p:cNvGrpSpPr/>
              <p:nvPr/>
            </p:nvGrpSpPr>
            <p:grpSpPr>
              <a:xfrm rot="10800000">
                <a:off x="6760035" y="3079467"/>
                <a:ext cx="92400" cy="411825"/>
                <a:chOff x="2070100" y="2563700"/>
                <a:chExt cx="92400" cy="411825"/>
              </a:xfrm>
            </p:grpSpPr>
            <p:cxnSp>
              <p:nvCxnSpPr>
                <p:cNvPr id="11" name="Google Shape;4034;p83">
                  <a:extLst>
                    <a:ext uri="{FF2B5EF4-FFF2-40B4-BE49-F238E27FC236}">
                      <a16:creationId xmlns:a16="http://schemas.microsoft.com/office/drawing/2014/main" id="{9DDD8002-3A55-11B8-0E11-B01C917B0F18}"/>
                    </a:ext>
                  </a:extLst>
                </p:cNvPr>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12" name="Google Shape;4035;p83">
                  <a:extLst>
                    <a:ext uri="{FF2B5EF4-FFF2-40B4-BE49-F238E27FC236}">
                      <a16:creationId xmlns:a16="http://schemas.microsoft.com/office/drawing/2014/main" id="{4A0F129D-E996-B607-CFB7-ECAE22D028BB}"/>
                    </a:ext>
                  </a:extLst>
                </p:cNvPr>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5" name="Google Shape;4036;p83">
            <a:extLst>
              <a:ext uri="{FF2B5EF4-FFF2-40B4-BE49-F238E27FC236}">
                <a16:creationId xmlns:a16="http://schemas.microsoft.com/office/drawing/2014/main" id="{E2C17837-B0CC-32E0-A5A2-4DE5D2B17916}"/>
              </a:ext>
            </a:extLst>
          </p:cNvPr>
          <p:cNvGrpSpPr/>
          <p:nvPr/>
        </p:nvGrpSpPr>
        <p:grpSpPr>
          <a:xfrm>
            <a:off x="2992795" y="4587554"/>
            <a:ext cx="1388431" cy="1037328"/>
            <a:chOff x="2183288" y="3555572"/>
            <a:chExt cx="1136241" cy="835873"/>
          </a:xfrm>
        </p:grpSpPr>
        <p:sp>
          <p:nvSpPr>
            <p:cNvPr id="26" name="Google Shape;4037;p83">
              <a:extLst>
                <a:ext uri="{FF2B5EF4-FFF2-40B4-BE49-F238E27FC236}">
                  <a16:creationId xmlns:a16="http://schemas.microsoft.com/office/drawing/2014/main" id="{AA1A7AC6-D0E5-C585-9E7F-02AD55CBA0B4}"/>
                </a:ext>
              </a:extLst>
            </p:cNvPr>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4038;p83">
              <a:extLst>
                <a:ext uri="{FF2B5EF4-FFF2-40B4-BE49-F238E27FC236}">
                  <a16:creationId xmlns:a16="http://schemas.microsoft.com/office/drawing/2014/main" id="{1E5DAC9B-B5AA-678C-CA8C-C2859F6B75AF}"/>
                </a:ext>
              </a:extLst>
            </p:cNvPr>
            <p:cNvGrpSpPr/>
            <p:nvPr/>
          </p:nvGrpSpPr>
          <p:grpSpPr>
            <a:xfrm>
              <a:off x="2205895" y="3637269"/>
              <a:ext cx="1089848" cy="724993"/>
              <a:chOff x="2205895" y="3637269"/>
              <a:chExt cx="1089848" cy="724993"/>
            </a:xfrm>
          </p:grpSpPr>
          <p:sp>
            <p:nvSpPr>
              <p:cNvPr id="41" name="Google Shape;4039;p83">
                <a:extLst>
                  <a:ext uri="{FF2B5EF4-FFF2-40B4-BE49-F238E27FC236}">
                    <a16:creationId xmlns:a16="http://schemas.microsoft.com/office/drawing/2014/main" id="{3DD63034-965E-55C9-3880-84FDF1744818}"/>
                  </a:ext>
                </a:extLst>
              </p:cNvPr>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040;p83">
                <a:extLst>
                  <a:ext uri="{FF2B5EF4-FFF2-40B4-BE49-F238E27FC236}">
                    <a16:creationId xmlns:a16="http://schemas.microsoft.com/office/drawing/2014/main" id="{A2D87860-52C8-6821-BCB8-6AAC53310DFF}"/>
                  </a:ext>
                </a:extLst>
              </p:cNvPr>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041;p83">
                <a:extLst>
                  <a:ext uri="{FF2B5EF4-FFF2-40B4-BE49-F238E27FC236}">
                    <a16:creationId xmlns:a16="http://schemas.microsoft.com/office/drawing/2014/main" id="{7021111D-6A15-6AE7-C114-C5A76905474B}"/>
                  </a:ext>
                </a:extLst>
              </p:cNvPr>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042;p83">
                <a:extLst>
                  <a:ext uri="{FF2B5EF4-FFF2-40B4-BE49-F238E27FC236}">
                    <a16:creationId xmlns:a16="http://schemas.microsoft.com/office/drawing/2014/main" id="{5DDABF35-E7AB-C952-6875-745B2F77945D}"/>
                  </a:ext>
                </a:extLst>
              </p:cNvPr>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043;p83">
                <a:extLst>
                  <a:ext uri="{FF2B5EF4-FFF2-40B4-BE49-F238E27FC236}">
                    <a16:creationId xmlns:a16="http://schemas.microsoft.com/office/drawing/2014/main" id="{0481D1BF-8010-34C5-5CC8-C87FA113ECB1}"/>
                  </a:ext>
                </a:extLst>
              </p:cNvPr>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044;p83">
                <a:extLst>
                  <a:ext uri="{FF2B5EF4-FFF2-40B4-BE49-F238E27FC236}">
                    <a16:creationId xmlns:a16="http://schemas.microsoft.com/office/drawing/2014/main" id="{879B2007-B67F-38AB-25CE-1A076B1C79D0}"/>
                  </a:ext>
                </a:extLst>
              </p:cNvPr>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4045;p83">
              <a:extLst>
                <a:ext uri="{FF2B5EF4-FFF2-40B4-BE49-F238E27FC236}">
                  <a16:creationId xmlns:a16="http://schemas.microsoft.com/office/drawing/2014/main" id="{1D5605D4-BA6A-30BF-2C6F-DECC40EFC2B6}"/>
                </a:ext>
              </a:extLst>
            </p:cNvPr>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4046;p83">
              <a:extLst>
                <a:ext uri="{FF2B5EF4-FFF2-40B4-BE49-F238E27FC236}">
                  <a16:creationId xmlns:a16="http://schemas.microsoft.com/office/drawing/2014/main" id="{F9568770-C4DA-E887-07C5-B0ACB0F2FEC6}"/>
                </a:ext>
              </a:extLst>
            </p:cNvPr>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30" name="Google Shape;4047;p83">
              <a:extLst>
                <a:ext uri="{FF2B5EF4-FFF2-40B4-BE49-F238E27FC236}">
                  <a16:creationId xmlns:a16="http://schemas.microsoft.com/office/drawing/2014/main" id="{6CA8716C-919F-7999-3C05-6F2CD4FAE2F2}"/>
                </a:ext>
              </a:extLst>
            </p:cNvPr>
            <p:cNvGrpSpPr/>
            <p:nvPr/>
          </p:nvGrpSpPr>
          <p:grpSpPr>
            <a:xfrm>
              <a:off x="3173850" y="3779426"/>
              <a:ext cx="145679" cy="70048"/>
              <a:chOff x="3173850" y="3779426"/>
              <a:chExt cx="145679" cy="70048"/>
            </a:xfrm>
          </p:grpSpPr>
          <p:cxnSp>
            <p:nvCxnSpPr>
              <p:cNvPr id="39" name="Google Shape;4048;p83">
                <a:extLst>
                  <a:ext uri="{FF2B5EF4-FFF2-40B4-BE49-F238E27FC236}">
                    <a16:creationId xmlns:a16="http://schemas.microsoft.com/office/drawing/2014/main" id="{C8FDD2EE-D297-4C5D-94B1-116E83363562}"/>
                  </a:ext>
                </a:extLst>
              </p:cNvPr>
              <p:cNvCxnSpPr/>
              <p:nvPr/>
            </p:nvCxnSpPr>
            <p:spPr>
              <a:xfrm rot="10800000">
                <a:off x="3173850" y="3817250"/>
                <a:ext cx="94500" cy="0"/>
              </a:xfrm>
              <a:prstGeom prst="straightConnector1">
                <a:avLst/>
              </a:prstGeom>
              <a:noFill/>
              <a:ln w="9525" cap="flat" cmpd="sng">
                <a:solidFill>
                  <a:srgbClr val="BAC8D3"/>
                </a:solidFill>
                <a:prstDash val="solid"/>
                <a:round/>
                <a:headEnd type="none" w="med" len="med"/>
                <a:tailEnd type="diamond" w="med" len="med"/>
              </a:ln>
            </p:spPr>
          </p:cxnSp>
          <p:sp>
            <p:nvSpPr>
              <p:cNvPr id="40" name="Google Shape;4049;p83">
                <a:extLst>
                  <a:ext uri="{FF2B5EF4-FFF2-40B4-BE49-F238E27FC236}">
                    <a16:creationId xmlns:a16="http://schemas.microsoft.com/office/drawing/2014/main" id="{715BD57D-13FF-5A48-32E9-5836ED0A847F}"/>
                  </a:ext>
                </a:extLst>
              </p:cNvPr>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4050;p83">
              <a:extLst>
                <a:ext uri="{FF2B5EF4-FFF2-40B4-BE49-F238E27FC236}">
                  <a16:creationId xmlns:a16="http://schemas.microsoft.com/office/drawing/2014/main" id="{93B3C81E-AC95-F703-CF26-7C0A440372F6}"/>
                </a:ext>
              </a:extLst>
            </p:cNvPr>
            <p:cNvGrpSpPr/>
            <p:nvPr/>
          </p:nvGrpSpPr>
          <p:grpSpPr>
            <a:xfrm>
              <a:off x="2183288" y="4139483"/>
              <a:ext cx="145133" cy="70048"/>
              <a:chOff x="2183288" y="4139483"/>
              <a:chExt cx="145133" cy="70048"/>
            </a:xfrm>
          </p:grpSpPr>
          <p:cxnSp>
            <p:nvCxnSpPr>
              <p:cNvPr id="37" name="Google Shape;4051;p83">
                <a:extLst>
                  <a:ext uri="{FF2B5EF4-FFF2-40B4-BE49-F238E27FC236}">
                    <a16:creationId xmlns:a16="http://schemas.microsoft.com/office/drawing/2014/main" id="{DE350E91-53CB-C0A0-EB51-14C6C77F628C}"/>
                  </a:ext>
                </a:extLst>
              </p:cNvPr>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med" len="med"/>
              </a:ln>
            </p:spPr>
          </p:cxnSp>
          <p:sp>
            <p:nvSpPr>
              <p:cNvPr id="38" name="Google Shape;4052;p83">
                <a:extLst>
                  <a:ext uri="{FF2B5EF4-FFF2-40B4-BE49-F238E27FC236}">
                    <a16:creationId xmlns:a16="http://schemas.microsoft.com/office/drawing/2014/main" id="{662C844D-8202-9007-DAA2-BE1544BB3049}"/>
                  </a:ext>
                </a:extLst>
              </p:cNvPr>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4053;p83">
              <a:extLst>
                <a:ext uri="{FF2B5EF4-FFF2-40B4-BE49-F238E27FC236}">
                  <a16:creationId xmlns:a16="http://schemas.microsoft.com/office/drawing/2014/main" id="{71297311-7980-A621-0EEB-DCC9C63750E2}"/>
                </a:ext>
              </a:extLst>
            </p:cNvPr>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 name="Google Shape;4054;p83">
              <a:extLst>
                <a:ext uri="{FF2B5EF4-FFF2-40B4-BE49-F238E27FC236}">
                  <a16:creationId xmlns:a16="http://schemas.microsoft.com/office/drawing/2014/main" id="{6C854306-7FCD-3D60-6EEB-D3C0FA26425B}"/>
                </a:ext>
              </a:extLst>
            </p:cNvPr>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34" name="Google Shape;4055;p83">
              <a:extLst>
                <a:ext uri="{FF2B5EF4-FFF2-40B4-BE49-F238E27FC236}">
                  <a16:creationId xmlns:a16="http://schemas.microsoft.com/office/drawing/2014/main" id="{01B65C94-96C0-09F5-CE2C-4FFAC8735699}"/>
                </a:ext>
              </a:extLst>
            </p:cNvPr>
            <p:cNvGrpSpPr/>
            <p:nvPr/>
          </p:nvGrpSpPr>
          <p:grpSpPr>
            <a:xfrm>
              <a:off x="2943836" y="4268886"/>
              <a:ext cx="60717" cy="122559"/>
              <a:chOff x="2943836" y="4268886"/>
              <a:chExt cx="60717" cy="122559"/>
            </a:xfrm>
          </p:grpSpPr>
          <p:sp>
            <p:nvSpPr>
              <p:cNvPr id="35" name="Google Shape;4056;p83">
                <a:extLst>
                  <a:ext uri="{FF2B5EF4-FFF2-40B4-BE49-F238E27FC236}">
                    <a16:creationId xmlns:a16="http://schemas.microsoft.com/office/drawing/2014/main" id="{3B3CE688-9F04-20C3-6E53-9F70A432EB4E}"/>
                  </a:ext>
                </a:extLst>
              </p:cNvPr>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 name="Google Shape;4057;p83">
                <a:extLst>
                  <a:ext uri="{FF2B5EF4-FFF2-40B4-BE49-F238E27FC236}">
                    <a16:creationId xmlns:a16="http://schemas.microsoft.com/office/drawing/2014/main" id="{2A4DBF69-32BA-702B-72F7-70D557BDD6C2}"/>
                  </a:ext>
                </a:extLst>
              </p:cNvPr>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med" len="med"/>
              </a:ln>
            </p:spPr>
          </p:cxnSp>
        </p:grpSp>
      </p:grpSp>
      <p:grpSp>
        <p:nvGrpSpPr>
          <p:cNvPr id="47" name="Google Shape;4058;p83">
            <a:extLst>
              <a:ext uri="{FF2B5EF4-FFF2-40B4-BE49-F238E27FC236}">
                <a16:creationId xmlns:a16="http://schemas.microsoft.com/office/drawing/2014/main" id="{19AFCAEC-B9D0-A0D4-D470-7F9CEAC119A3}"/>
              </a:ext>
            </a:extLst>
          </p:cNvPr>
          <p:cNvGrpSpPr/>
          <p:nvPr/>
        </p:nvGrpSpPr>
        <p:grpSpPr>
          <a:xfrm>
            <a:off x="4606406" y="1889872"/>
            <a:ext cx="2141187" cy="983896"/>
            <a:chOff x="3530532" y="1496185"/>
            <a:chExt cx="1562000" cy="706730"/>
          </a:xfrm>
        </p:grpSpPr>
        <p:cxnSp>
          <p:nvCxnSpPr>
            <p:cNvPr id="48" name="Google Shape;4059;p83">
              <a:extLst>
                <a:ext uri="{FF2B5EF4-FFF2-40B4-BE49-F238E27FC236}">
                  <a16:creationId xmlns:a16="http://schemas.microsoft.com/office/drawing/2014/main" id="{639CC32C-EB43-2355-CEAA-4D57F68BBE08}"/>
                </a:ext>
              </a:extLst>
            </p:cNvPr>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49" name="Google Shape;4060;p83">
              <a:extLst>
                <a:ext uri="{FF2B5EF4-FFF2-40B4-BE49-F238E27FC236}">
                  <a16:creationId xmlns:a16="http://schemas.microsoft.com/office/drawing/2014/main" id="{F16B5F6A-B270-76B8-A63C-26B1C64CFCC7}"/>
                </a:ext>
              </a:extLst>
            </p:cNvPr>
            <p:cNvGrpSpPr/>
            <p:nvPr/>
          </p:nvGrpSpPr>
          <p:grpSpPr>
            <a:xfrm>
              <a:off x="3530532" y="1496185"/>
              <a:ext cx="323430" cy="463587"/>
              <a:chOff x="3530532" y="1496185"/>
              <a:chExt cx="323430" cy="463587"/>
            </a:xfrm>
          </p:grpSpPr>
          <p:grpSp>
            <p:nvGrpSpPr>
              <p:cNvPr id="65" name="Google Shape;4061;p83">
                <a:extLst>
                  <a:ext uri="{FF2B5EF4-FFF2-40B4-BE49-F238E27FC236}">
                    <a16:creationId xmlns:a16="http://schemas.microsoft.com/office/drawing/2014/main" id="{C0FDD53B-C8F5-FD3F-B2B8-EC442E19F8D0}"/>
                  </a:ext>
                </a:extLst>
              </p:cNvPr>
              <p:cNvGrpSpPr/>
              <p:nvPr/>
            </p:nvGrpSpPr>
            <p:grpSpPr>
              <a:xfrm>
                <a:off x="3567462" y="1496185"/>
                <a:ext cx="286500" cy="361376"/>
                <a:chOff x="3567462" y="1496185"/>
                <a:chExt cx="286500" cy="361376"/>
              </a:xfrm>
            </p:grpSpPr>
            <p:cxnSp>
              <p:nvCxnSpPr>
                <p:cNvPr id="67" name="Google Shape;4062;p83">
                  <a:extLst>
                    <a:ext uri="{FF2B5EF4-FFF2-40B4-BE49-F238E27FC236}">
                      <a16:creationId xmlns:a16="http://schemas.microsoft.com/office/drawing/2014/main" id="{676F8988-B1FC-1B44-46AB-6D6915C7D21D}"/>
                    </a:ext>
                  </a:extLst>
                </p:cNvPr>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68" name="Google Shape;4063;p83">
                  <a:extLst>
                    <a:ext uri="{FF2B5EF4-FFF2-40B4-BE49-F238E27FC236}">
                      <a16:creationId xmlns:a16="http://schemas.microsoft.com/office/drawing/2014/main" id="{6947BE6B-41B2-67E3-F8D2-6B3AE141B41D}"/>
                    </a:ext>
                  </a:extLst>
                </p:cNvPr>
                <p:cNvSpPr/>
                <p:nvPr/>
              </p:nvSpPr>
              <p:spPr>
                <a:xfrm>
                  <a:off x="3567462"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4064;p83">
                <a:extLst>
                  <a:ext uri="{FF2B5EF4-FFF2-40B4-BE49-F238E27FC236}">
                    <a16:creationId xmlns:a16="http://schemas.microsoft.com/office/drawing/2014/main" id="{9BC904ED-A9B9-1830-D5D2-1C6E0A115FBE}"/>
                  </a:ext>
                </a:extLst>
              </p:cNvPr>
              <p:cNvSpPr/>
              <p:nvPr/>
            </p:nvSpPr>
            <p:spPr>
              <a:xfrm>
                <a:off x="3530532"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4065;p83">
              <a:extLst>
                <a:ext uri="{FF2B5EF4-FFF2-40B4-BE49-F238E27FC236}">
                  <a16:creationId xmlns:a16="http://schemas.microsoft.com/office/drawing/2014/main" id="{940000D9-57B3-C164-517E-F34863612910}"/>
                </a:ext>
              </a:extLst>
            </p:cNvPr>
            <p:cNvGrpSpPr/>
            <p:nvPr/>
          </p:nvGrpSpPr>
          <p:grpSpPr>
            <a:xfrm>
              <a:off x="3891569" y="1779209"/>
              <a:ext cx="323945" cy="423706"/>
              <a:chOff x="3891569" y="1779209"/>
              <a:chExt cx="323945" cy="423706"/>
            </a:xfrm>
          </p:grpSpPr>
          <p:grpSp>
            <p:nvGrpSpPr>
              <p:cNvPr id="61" name="Google Shape;4066;p83">
                <a:extLst>
                  <a:ext uri="{FF2B5EF4-FFF2-40B4-BE49-F238E27FC236}">
                    <a16:creationId xmlns:a16="http://schemas.microsoft.com/office/drawing/2014/main" id="{B157672E-CBD7-3CB7-F17E-4ED9F3224786}"/>
                  </a:ext>
                </a:extLst>
              </p:cNvPr>
              <p:cNvGrpSpPr/>
              <p:nvPr/>
            </p:nvGrpSpPr>
            <p:grpSpPr>
              <a:xfrm>
                <a:off x="3929014" y="1881638"/>
                <a:ext cx="286500" cy="321278"/>
                <a:chOff x="3929014" y="1881638"/>
                <a:chExt cx="286500" cy="321278"/>
              </a:xfrm>
            </p:grpSpPr>
            <p:cxnSp>
              <p:nvCxnSpPr>
                <p:cNvPr id="63" name="Google Shape;4067;p83">
                  <a:extLst>
                    <a:ext uri="{FF2B5EF4-FFF2-40B4-BE49-F238E27FC236}">
                      <a16:creationId xmlns:a16="http://schemas.microsoft.com/office/drawing/2014/main" id="{994AE78F-73B7-F390-F971-206253F495A9}"/>
                    </a:ext>
                  </a:extLst>
                </p:cNvPr>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64" name="Google Shape;4068;p83">
                  <a:extLst>
                    <a:ext uri="{FF2B5EF4-FFF2-40B4-BE49-F238E27FC236}">
                      <a16:creationId xmlns:a16="http://schemas.microsoft.com/office/drawing/2014/main" id="{B02AFC1C-F252-41EE-08BE-266A39918766}"/>
                    </a:ext>
                  </a:extLst>
                </p:cNvPr>
                <p:cNvSpPr/>
                <p:nvPr/>
              </p:nvSpPr>
              <p:spPr>
                <a:xfrm>
                  <a:off x="3929014"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4069;p83">
                <a:extLst>
                  <a:ext uri="{FF2B5EF4-FFF2-40B4-BE49-F238E27FC236}">
                    <a16:creationId xmlns:a16="http://schemas.microsoft.com/office/drawing/2014/main" id="{0CC29221-8689-6274-2934-A0613158B3EE}"/>
                  </a:ext>
                </a:extLst>
              </p:cNvPr>
              <p:cNvSpPr/>
              <p:nvPr/>
            </p:nvSpPr>
            <p:spPr>
              <a:xfrm>
                <a:off x="3891569" y="1779209"/>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4070;p83">
              <a:extLst>
                <a:ext uri="{FF2B5EF4-FFF2-40B4-BE49-F238E27FC236}">
                  <a16:creationId xmlns:a16="http://schemas.microsoft.com/office/drawing/2014/main" id="{0C379E4C-3786-0083-6090-53A85C6AA40B}"/>
                </a:ext>
              </a:extLst>
            </p:cNvPr>
            <p:cNvGrpSpPr/>
            <p:nvPr/>
          </p:nvGrpSpPr>
          <p:grpSpPr>
            <a:xfrm>
              <a:off x="4252606" y="1496185"/>
              <a:ext cx="324721" cy="463587"/>
              <a:chOff x="4252606" y="1496185"/>
              <a:chExt cx="324721" cy="463587"/>
            </a:xfrm>
          </p:grpSpPr>
          <p:grpSp>
            <p:nvGrpSpPr>
              <p:cNvPr id="57" name="Google Shape;4071;p83">
                <a:extLst>
                  <a:ext uri="{FF2B5EF4-FFF2-40B4-BE49-F238E27FC236}">
                    <a16:creationId xmlns:a16="http://schemas.microsoft.com/office/drawing/2014/main" id="{8C12C2A6-0AB4-5FD8-983F-897C8409A74D}"/>
                  </a:ext>
                </a:extLst>
              </p:cNvPr>
              <p:cNvGrpSpPr/>
              <p:nvPr/>
            </p:nvGrpSpPr>
            <p:grpSpPr>
              <a:xfrm>
                <a:off x="4290828" y="1496185"/>
                <a:ext cx="286500" cy="361376"/>
                <a:chOff x="4290828" y="1496185"/>
                <a:chExt cx="286500" cy="361376"/>
              </a:xfrm>
            </p:grpSpPr>
            <p:cxnSp>
              <p:nvCxnSpPr>
                <p:cNvPr id="59" name="Google Shape;4072;p83">
                  <a:extLst>
                    <a:ext uri="{FF2B5EF4-FFF2-40B4-BE49-F238E27FC236}">
                      <a16:creationId xmlns:a16="http://schemas.microsoft.com/office/drawing/2014/main" id="{1EED0BDD-440E-BE1E-93DD-345744794466}"/>
                    </a:ext>
                  </a:extLst>
                </p:cNvPr>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60" name="Google Shape;4073;p83">
                  <a:extLst>
                    <a:ext uri="{FF2B5EF4-FFF2-40B4-BE49-F238E27FC236}">
                      <a16:creationId xmlns:a16="http://schemas.microsoft.com/office/drawing/2014/main" id="{A77436D2-FCF5-5C47-B07A-7E81A99179BF}"/>
                    </a:ext>
                  </a:extLst>
                </p:cNvPr>
                <p:cNvSpPr/>
                <p:nvPr/>
              </p:nvSpPr>
              <p:spPr>
                <a:xfrm>
                  <a:off x="4290828"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4074;p83">
                <a:extLst>
                  <a:ext uri="{FF2B5EF4-FFF2-40B4-BE49-F238E27FC236}">
                    <a16:creationId xmlns:a16="http://schemas.microsoft.com/office/drawing/2014/main" id="{1A9EFB4E-F86C-FCB6-9DDB-7C74BAC338E2}"/>
                  </a:ext>
                </a:extLst>
              </p:cNvPr>
              <p:cNvSpPr/>
              <p:nvPr/>
            </p:nvSpPr>
            <p:spPr>
              <a:xfrm>
                <a:off x="4252606"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4075;p83">
              <a:extLst>
                <a:ext uri="{FF2B5EF4-FFF2-40B4-BE49-F238E27FC236}">
                  <a16:creationId xmlns:a16="http://schemas.microsoft.com/office/drawing/2014/main" id="{676A4CD3-B801-8BC6-919E-E80677EA6110}"/>
                </a:ext>
              </a:extLst>
            </p:cNvPr>
            <p:cNvGrpSpPr/>
            <p:nvPr/>
          </p:nvGrpSpPr>
          <p:grpSpPr>
            <a:xfrm>
              <a:off x="4613643" y="1763716"/>
              <a:ext cx="325308" cy="439200"/>
              <a:chOff x="4613643" y="1763716"/>
              <a:chExt cx="325308" cy="439200"/>
            </a:xfrm>
          </p:grpSpPr>
          <p:grpSp>
            <p:nvGrpSpPr>
              <p:cNvPr id="53" name="Google Shape;4076;p83">
                <a:extLst>
                  <a:ext uri="{FF2B5EF4-FFF2-40B4-BE49-F238E27FC236}">
                    <a16:creationId xmlns:a16="http://schemas.microsoft.com/office/drawing/2014/main" id="{D6C175C7-6E1D-1CA4-080E-7E345629BB2F}"/>
                  </a:ext>
                </a:extLst>
              </p:cNvPr>
              <p:cNvGrpSpPr/>
              <p:nvPr/>
            </p:nvGrpSpPr>
            <p:grpSpPr>
              <a:xfrm>
                <a:off x="4652451" y="1879538"/>
                <a:ext cx="286500" cy="323378"/>
                <a:chOff x="4652451" y="1879538"/>
                <a:chExt cx="286500" cy="323378"/>
              </a:xfrm>
            </p:grpSpPr>
            <p:cxnSp>
              <p:nvCxnSpPr>
                <p:cNvPr id="55" name="Google Shape;4077;p83">
                  <a:extLst>
                    <a:ext uri="{FF2B5EF4-FFF2-40B4-BE49-F238E27FC236}">
                      <a16:creationId xmlns:a16="http://schemas.microsoft.com/office/drawing/2014/main" id="{571C6FB7-2474-2872-006F-8A30447D1834}"/>
                    </a:ext>
                  </a:extLst>
                </p:cNvPr>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56" name="Google Shape;4078;p83">
                  <a:extLst>
                    <a:ext uri="{FF2B5EF4-FFF2-40B4-BE49-F238E27FC236}">
                      <a16:creationId xmlns:a16="http://schemas.microsoft.com/office/drawing/2014/main" id="{EF9FC30B-6892-5CA4-05A4-D0F488BADC8D}"/>
                    </a:ext>
                  </a:extLst>
                </p:cNvPr>
                <p:cNvSpPr/>
                <p:nvPr/>
              </p:nvSpPr>
              <p:spPr>
                <a:xfrm>
                  <a:off x="4652451"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 name="Google Shape;4079;p83">
                <a:extLst>
                  <a:ext uri="{FF2B5EF4-FFF2-40B4-BE49-F238E27FC236}">
                    <a16:creationId xmlns:a16="http://schemas.microsoft.com/office/drawing/2014/main" id="{5920B2CC-A2B2-4BDF-07E8-204FE003598F}"/>
                  </a:ext>
                </a:extLst>
              </p:cNvPr>
              <p:cNvSpPr/>
              <p:nvPr/>
            </p:nvSpPr>
            <p:spPr>
              <a:xfrm>
                <a:off x="4613643" y="1763716"/>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9" name="Google Shape;4080;p83">
            <a:extLst>
              <a:ext uri="{FF2B5EF4-FFF2-40B4-BE49-F238E27FC236}">
                <a16:creationId xmlns:a16="http://schemas.microsoft.com/office/drawing/2014/main" id="{059CE84F-2086-4D46-CCB8-9D376F771049}"/>
              </a:ext>
            </a:extLst>
          </p:cNvPr>
          <p:cNvGrpSpPr/>
          <p:nvPr/>
        </p:nvGrpSpPr>
        <p:grpSpPr>
          <a:xfrm>
            <a:off x="4621559" y="2997524"/>
            <a:ext cx="2110911" cy="508027"/>
            <a:chOff x="3512551" y="2358270"/>
            <a:chExt cx="1597383" cy="378533"/>
          </a:xfrm>
        </p:grpSpPr>
        <p:cxnSp>
          <p:nvCxnSpPr>
            <p:cNvPr id="70" name="Google Shape;4081;p83">
              <a:extLst>
                <a:ext uri="{FF2B5EF4-FFF2-40B4-BE49-F238E27FC236}">
                  <a16:creationId xmlns:a16="http://schemas.microsoft.com/office/drawing/2014/main" id="{690C5E50-43FA-34DB-B4EA-DD99409EF0C0}"/>
                </a:ext>
              </a:extLst>
            </p:cNvPr>
            <p:cNvCxnSpPr>
              <a:stCxn id="85" idx="6"/>
              <a:endCxn id="76" idx="2"/>
            </p:cNvCxnSpPr>
            <p:nvPr/>
          </p:nvCxnSpPr>
          <p:spPr>
            <a:xfrm>
              <a:off x="3738198" y="2553118"/>
              <a:ext cx="1146000" cy="0"/>
            </a:xfrm>
            <a:prstGeom prst="straightConnector1">
              <a:avLst/>
            </a:prstGeom>
            <a:noFill/>
            <a:ln w="19050" cap="flat" cmpd="sng">
              <a:solidFill>
                <a:srgbClr val="435D74"/>
              </a:solidFill>
              <a:prstDash val="solid"/>
              <a:round/>
              <a:headEnd type="none" w="med" len="med"/>
              <a:tailEnd type="none" w="med" len="med"/>
            </a:ln>
          </p:spPr>
        </p:cxnSp>
        <p:grpSp>
          <p:nvGrpSpPr>
            <p:cNvPr id="71" name="Google Shape;4084;p83">
              <a:extLst>
                <a:ext uri="{FF2B5EF4-FFF2-40B4-BE49-F238E27FC236}">
                  <a16:creationId xmlns:a16="http://schemas.microsoft.com/office/drawing/2014/main" id="{4C5212FE-5A71-40FE-AEC3-7607A518AE9B}"/>
                </a:ext>
              </a:extLst>
            </p:cNvPr>
            <p:cNvGrpSpPr/>
            <p:nvPr/>
          </p:nvGrpSpPr>
          <p:grpSpPr>
            <a:xfrm>
              <a:off x="3512551" y="2358270"/>
              <a:ext cx="225647" cy="307714"/>
              <a:chOff x="2182679" y="2004714"/>
              <a:chExt cx="792300" cy="1080458"/>
            </a:xfrm>
          </p:grpSpPr>
          <p:cxnSp>
            <p:nvCxnSpPr>
              <p:cNvPr id="84" name="Google Shape;4085;p83">
                <a:extLst>
                  <a:ext uri="{FF2B5EF4-FFF2-40B4-BE49-F238E27FC236}">
                    <a16:creationId xmlns:a16="http://schemas.microsoft.com/office/drawing/2014/main" id="{E2614DB4-C66D-F3CC-C13C-FB09AE98AC38}"/>
                  </a:ext>
                </a:extLst>
              </p:cNvPr>
              <p:cNvCxnSpPr>
                <a:stCxn id="86" idx="0"/>
              </p:cNvCxnSpPr>
              <p:nvPr/>
            </p:nvCxnSpPr>
            <p:spPr>
              <a:xfrm rot="10800000">
                <a:off x="2578961"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85" name="Google Shape;4082;p83">
                <a:extLst>
                  <a:ext uri="{FF2B5EF4-FFF2-40B4-BE49-F238E27FC236}">
                    <a16:creationId xmlns:a16="http://schemas.microsoft.com/office/drawing/2014/main" id="{86D5BFF9-03E9-77D2-4960-49143D659C02}"/>
                  </a:ext>
                </a:extLst>
              </p:cNvPr>
              <p:cNvSpPr/>
              <p:nvPr/>
            </p:nvSpPr>
            <p:spPr>
              <a:xfrm>
                <a:off x="2182679"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086;p83">
                <a:extLst>
                  <a:ext uri="{FF2B5EF4-FFF2-40B4-BE49-F238E27FC236}">
                    <a16:creationId xmlns:a16="http://schemas.microsoft.com/office/drawing/2014/main" id="{B5B89C83-4105-5493-5A15-01B3AB62255F}"/>
                  </a:ext>
                </a:extLst>
              </p:cNvPr>
              <p:cNvSpPr/>
              <p:nvPr/>
            </p:nvSpPr>
            <p:spPr>
              <a:xfrm>
                <a:off x="2283911"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4087;p83">
              <a:extLst>
                <a:ext uri="{FF2B5EF4-FFF2-40B4-BE49-F238E27FC236}">
                  <a16:creationId xmlns:a16="http://schemas.microsoft.com/office/drawing/2014/main" id="{92424F07-03F8-AA7D-4F67-23E751384503}"/>
                </a:ext>
              </a:extLst>
            </p:cNvPr>
            <p:cNvGrpSpPr/>
            <p:nvPr/>
          </p:nvGrpSpPr>
          <p:grpSpPr>
            <a:xfrm>
              <a:off x="3969644" y="2440153"/>
              <a:ext cx="225853" cy="296651"/>
              <a:chOff x="3775710" y="1729289"/>
              <a:chExt cx="136500" cy="179289"/>
            </a:xfrm>
          </p:grpSpPr>
          <p:cxnSp>
            <p:nvCxnSpPr>
              <p:cNvPr id="81" name="Google Shape;4088;p83">
                <a:extLst>
                  <a:ext uri="{FF2B5EF4-FFF2-40B4-BE49-F238E27FC236}">
                    <a16:creationId xmlns:a16="http://schemas.microsoft.com/office/drawing/2014/main" id="{A01EA457-D362-DEE8-347D-058C35CE9426}"/>
                  </a:ext>
                </a:extLst>
              </p:cNvPr>
              <p:cNvCxnSpPr/>
              <p:nvPr/>
            </p:nvCxnSpPr>
            <p:spPr>
              <a:xfrm>
                <a:off x="3843851" y="1848278"/>
                <a:ext cx="0" cy="60300"/>
              </a:xfrm>
              <a:prstGeom prst="straightConnector1">
                <a:avLst/>
              </a:prstGeom>
              <a:noFill/>
              <a:ln w="9525" cap="flat" cmpd="sng">
                <a:solidFill>
                  <a:srgbClr val="435D74"/>
                </a:solidFill>
                <a:prstDash val="solid"/>
                <a:round/>
                <a:headEnd type="none" w="med" len="med"/>
                <a:tailEnd type="none" w="med" len="med"/>
              </a:ln>
            </p:spPr>
          </p:cxnSp>
          <p:sp>
            <p:nvSpPr>
              <p:cNvPr id="82" name="Google Shape;4089;p83">
                <a:extLst>
                  <a:ext uri="{FF2B5EF4-FFF2-40B4-BE49-F238E27FC236}">
                    <a16:creationId xmlns:a16="http://schemas.microsoft.com/office/drawing/2014/main" id="{F029FEC8-A83A-98AF-2AAD-8F97DA8EF2E0}"/>
                  </a:ext>
                </a:extLst>
              </p:cNvPr>
              <p:cNvSpPr/>
              <p:nvPr/>
            </p:nvSpPr>
            <p:spPr>
              <a:xfrm>
                <a:off x="3775710" y="1729289"/>
                <a:ext cx="136500" cy="1365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090;p83">
                <a:extLst>
                  <a:ext uri="{FF2B5EF4-FFF2-40B4-BE49-F238E27FC236}">
                    <a16:creationId xmlns:a16="http://schemas.microsoft.com/office/drawing/2014/main" id="{161F82CE-28C7-0166-D4B7-301E1E3C6AA7}"/>
                  </a:ext>
                </a:extLst>
              </p:cNvPr>
              <p:cNvSpPr/>
              <p:nvPr/>
            </p:nvSpPr>
            <p:spPr>
              <a:xfrm>
                <a:off x="3793133" y="1746713"/>
                <a:ext cx="101700" cy="1017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 name="Google Shape;4091;p83">
              <a:extLst>
                <a:ext uri="{FF2B5EF4-FFF2-40B4-BE49-F238E27FC236}">
                  <a16:creationId xmlns:a16="http://schemas.microsoft.com/office/drawing/2014/main" id="{4C297791-0A37-D19B-8253-C13F0A7CAA13}"/>
                </a:ext>
              </a:extLst>
            </p:cNvPr>
            <p:cNvGrpSpPr/>
            <p:nvPr/>
          </p:nvGrpSpPr>
          <p:grpSpPr>
            <a:xfrm>
              <a:off x="4427051" y="2358270"/>
              <a:ext cx="225647" cy="307714"/>
              <a:chOff x="5393704" y="2004714"/>
              <a:chExt cx="792300" cy="1080458"/>
            </a:xfrm>
          </p:grpSpPr>
          <p:cxnSp>
            <p:nvCxnSpPr>
              <p:cNvPr id="78" name="Google Shape;4092;p83">
                <a:extLst>
                  <a:ext uri="{FF2B5EF4-FFF2-40B4-BE49-F238E27FC236}">
                    <a16:creationId xmlns:a16="http://schemas.microsoft.com/office/drawing/2014/main" id="{2363CA40-F10B-8202-2E46-8EA94D31D26C}"/>
                  </a:ext>
                </a:extLst>
              </p:cNvPr>
              <p:cNvCxnSpPr>
                <a:stCxn id="80" idx="0"/>
              </p:cNvCxnSpPr>
              <p:nvPr/>
            </p:nvCxnSpPr>
            <p:spPr>
              <a:xfrm rot="10800000">
                <a:off x="5789986"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79" name="Google Shape;4094;p83">
                <a:extLst>
                  <a:ext uri="{FF2B5EF4-FFF2-40B4-BE49-F238E27FC236}">
                    <a16:creationId xmlns:a16="http://schemas.microsoft.com/office/drawing/2014/main" id="{B24C9C2C-B94C-F215-0192-9BF276CBC169}"/>
                  </a:ext>
                </a:extLst>
              </p:cNvPr>
              <p:cNvSpPr/>
              <p:nvPr/>
            </p:nvSpPr>
            <p:spPr>
              <a:xfrm>
                <a:off x="5393704"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093;p83">
                <a:extLst>
                  <a:ext uri="{FF2B5EF4-FFF2-40B4-BE49-F238E27FC236}">
                    <a16:creationId xmlns:a16="http://schemas.microsoft.com/office/drawing/2014/main" id="{20A5FF40-C178-707B-5946-06B12AB49B83}"/>
                  </a:ext>
                </a:extLst>
              </p:cNvPr>
              <p:cNvSpPr/>
              <p:nvPr/>
            </p:nvSpPr>
            <p:spPr>
              <a:xfrm>
                <a:off x="5494936"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 name="Google Shape;4095;p83">
              <a:extLst>
                <a:ext uri="{FF2B5EF4-FFF2-40B4-BE49-F238E27FC236}">
                  <a16:creationId xmlns:a16="http://schemas.microsoft.com/office/drawing/2014/main" id="{587441A1-78B0-2CC0-F850-E4117EF49D16}"/>
                </a:ext>
              </a:extLst>
            </p:cNvPr>
            <p:cNvGrpSpPr/>
            <p:nvPr/>
          </p:nvGrpSpPr>
          <p:grpSpPr>
            <a:xfrm>
              <a:off x="4884287" y="2440252"/>
              <a:ext cx="225647" cy="296532"/>
              <a:chOff x="6999166" y="2292572"/>
              <a:chExt cx="792300" cy="1041192"/>
            </a:xfrm>
          </p:grpSpPr>
          <p:cxnSp>
            <p:nvCxnSpPr>
              <p:cNvPr id="75" name="Google Shape;4096;p83">
                <a:extLst>
                  <a:ext uri="{FF2B5EF4-FFF2-40B4-BE49-F238E27FC236}">
                    <a16:creationId xmlns:a16="http://schemas.microsoft.com/office/drawing/2014/main" id="{BBBE2577-B244-6876-B059-4021EA956624}"/>
                  </a:ext>
                </a:extLst>
              </p:cNvPr>
              <p:cNvCxnSpPr/>
              <p:nvPr/>
            </p:nvCxnSpPr>
            <p:spPr>
              <a:xfrm>
                <a:off x="7395553" y="2983964"/>
                <a:ext cx="0" cy="349800"/>
              </a:xfrm>
              <a:prstGeom prst="straightConnector1">
                <a:avLst/>
              </a:prstGeom>
              <a:noFill/>
              <a:ln w="9525" cap="flat" cmpd="sng">
                <a:solidFill>
                  <a:srgbClr val="435D74"/>
                </a:solidFill>
                <a:prstDash val="solid"/>
                <a:round/>
                <a:headEnd type="none" w="med" len="med"/>
                <a:tailEnd type="none" w="med" len="med"/>
              </a:ln>
            </p:spPr>
          </p:cxnSp>
          <p:sp>
            <p:nvSpPr>
              <p:cNvPr id="76" name="Google Shape;4083;p83">
                <a:extLst>
                  <a:ext uri="{FF2B5EF4-FFF2-40B4-BE49-F238E27FC236}">
                    <a16:creationId xmlns:a16="http://schemas.microsoft.com/office/drawing/2014/main" id="{1FA8F266-6F87-9F3A-4D8B-3B9BE12BB47C}"/>
                  </a:ext>
                </a:extLst>
              </p:cNvPr>
              <p:cNvSpPr/>
              <p:nvPr/>
            </p:nvSpPr>
            <p:spPr>
              <a:xfrm>
                <a:off x="6999166"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097;p83">
                <a:extLst>
                  <a:ext uri="{FF2B5EF4-FFF2-40B4-BE49-F238E27FC236}">
                    <a16:creationId xmlns:a16="http://schemas.microsoft.com/office/drawing/2014/main" id="{EAB5CC86-8CF3-E607-4B9F-78F0579140AA}"/>
                  </a:ext>
                </a:extLst>
              </p:cNvPr>
              <p:cNvSpPr/>
              <p:nvPr/>
            </p:nvSpPr>
            <p:spPr>
              <a:xfrm>
                <a:off x="7100398"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 name="Google Shape;4098;p83">
            <a:extLst>
              <a:ext uri="{FF2B5EF4-FFF2-40B4-BE49-F238E27FC236}">
                <a16:creationId xmlns:a16="http://schemas.microsoft.com/office/drawing/2014/main" id="{1218057D-F8DF-4F6D-021D-8196E9B4E605}"/>
              </a:ext>
            </a:extLst>
          </p:cNvPr>
          <p:cNvGrpSpPr/>
          <p:nvPr/>
        </p:nvGrpSpPr>
        <p:grpSpPr>
          <a:xfrm>
            <a:off x="8992178" y="1487393"/>
            <a:ext cx="2021054" cy="950895"/>
            <a:chOff x="634175" y="2986275"/>
            <a:chExt cx="3147949" cy="1458344"/>
          </a:xfrm>
        </p:grpSpPr>
        <p:cxnSp>
          <p:nvCxnSpPr>
            <p:cNvPr id="88" name="Google Shape;4099;p83">
              <a:extLst>
                <a:ext uri="{FF2B5EF4-FFF2-40B4-BE49-F238E27FC236}">
                  <a16:creationId xmlns:a16="http://schemas.microsoft.com/office/drawing/2014/main" id="{52021642-ED35-E3CB-0709-E8C9DF289980}"/>
                </a:ext>
              </a:extLst>
            </p:cNvPr>
            <p:cNvCxnSpPr>
              <a:stCxn id="94" idx="4"/>
              <a:endCxn id="96" idx="0"/>
            </p:cNvCxnSpPr>
            <p:nvPr/>
          </p:nvCxnSpPr>
          <p:spPr>
            <a:xfrm>
              <a:off x="929975" y="3577875"/>
              <a:ext cx="591300" cy="275100"/>
            </a:xfrm>
            <a:prstGeom prst="straightConnector1">
              <a:avLst/>
            </a:prstGeom>
            <a:noFill/>
            <a:ln w="19050" cap="flat" cmpd="sng">
              <a:solidFill>
                <a:srgbClr val="435D74"/>
              </a:solidFill>
              <a:prstDash val="solid"/>
              <a:round/>
              <a:headEnd type="none" w="med" len="med"/>
              <a:tailEnd type="none" w="med" len="med"/>
            </a:ln>
          </p:spPr>
        </p:cxnSp>
        <p:cxnSp>
          <p:nvCxnSpPr>
            <p:cNvPr id="89" name="Google Shape;4102;p83">
              <a:extLst>
                <a:ext uri="{FF2B5EF4-FFF2-40B4-BE49-F238E27FC236}">
                  <a16:creationId xmlns:a16="http://schemas.microsoft.com/office/drawing/2014/main" id="{41AA3B9C-CE37-392A-150D-A3C96F5F86D8}"/>
                </a:ext>
              </a:extLst>
            </p:cNvPr>
            <p:cNvCxnSpPr>
              <a:stCxn id="96" idx="0"/>
              <a:endCxn id="93" idx="4"/>
            </p:cNvCxnSpPr>
            <p:nvPr/>
          </p:nvCxnSpPr>
          <p:spPr>
            <a:xfrm rot="10800000" flipH="1">
              <a:off x="1521366" y="3577919"/>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90" name="Google Shape;4104;p83">
              <a:extLst>
                <a:ext uri="{FF2B5EF4-FFF2-40B4-BE49-F238E27FC236}">
                  <a16:creationId xmlns:a16="http://schemas.microsoft.com/office/drawing/2014/main" id="{70335FFF-7438-4BD2-73A1-DFBF9204B4F2}"/>
                </a:ext>
              </a:extLst>
            </p:cNvPr>
            <p:cNvCxnSpPr>
              <a:stCxn id="93" idx="4"/>
              <a:endCxn id="95" idx="0"/>
            </p:cNvCxnSpPr>
            <p:nvPr/>
          </p:nvCxnSpPr>
          <p:spPr>
            <a:xfrm>
              <a:off x="2208152" y="3577875"/>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91" name="Google Shape;4106;p83">
              <a:extLst>
                <a:ext uri="{FF2B5EF4-FFF2-40B4-BE49-F238E27FC236}">
                  <a16:creationId xmlns:a16="http://schemas.microsoft.com/office/drawing/2014/main" id="{5F12BD31-53C3-703A-2504-69802271E755}"/>
                </a:ext>
              </a:extLst>
            </p:cNvPr>
            <p:cNvCxnSpPr>
              <a:stCxn id="95" idx="0"/>
              <a:endCxn id="92" idx="4"/>
            </p:cNvCxnSpPr>
            <p:nvPr/>
          </p:nvCxnSpPr>
          <p:spPr>
            <a:xfrm rot="10800000" flipH="1">
              <a:off x="2894933" y="3577918"/>
              <a:ext cx="591300" cy="275100"/>
            </a:xfrm>
            <a:prstGeom prst="straightConnector1">
              <a:avLst/>
            </a:prstGeom>
            <a:noFill/>
            <a:ln w="19050" cap="flat" cmpd="sng">
              <a:solidFill>
                <a:srgbClr val="435D74"/>
              </a:solidFill>
              <a:prstDash val="solid"/>
              <a:round/>
              <a:headEnd type="none" w="med" len="med"/>
              <a:tailEnd type="none" w="med" len="med"/>
            </a:ln>
          </p:spPr>
        </p:cxnSp>
        <p:sp>
          <p:nvSpPr>
            <p:cNvPr id="92" name="Google Shape;4107;p83">
              <a:extLst>
                <a:ext uri="{FF2B5EF4-FFF2-40B4-BE49-F238E27FC236}">
                  <a16:creationId xmlns:a16="http://schemas.microsoft.com/office/drawing/2014/main" id="{8F5A5771-D6BA-9094-62EC-EBA38D25308D}"/>
                </a:ext>
              </a:extLst>
            </p:cNvPr>
            <p:cNvSpPr/>
            <p:nvPr/>
          </p:nvSpPr>
          <p:spPr>
            <a:xfrm>
              <a:off x="3190524"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93" name="Google Shape;4103;p83">
              <a:extLst>
                <a:ext uri="{FF2B5EF4-FFF2-40B4-BE49-F238E27FC236}">
                  <a16:creationId xmlns:a16="http://schemas.microsoft.com/office/drawing/2014/main" id="{85B2A0A3-76E3-BC7D-8E47-DD66F1AC2CEA}"/>
                </a:ext>
              </a:extLst>
            </p:cNvPr>
            <p:cNvSpPr/>
            <p:nvPr/>
          </p:nvSpPr>
          <p:spPr>
            <a:xfrm>
              <a:off x="1912352"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94" name="Google Shape;4100;p83">
              <a:extLst>
                <a:ext uri="{FF2B5EF4-FFF2-40B4-BE49-F238E27FC236}">
                  <a16:creationId xmlns:a16="http://schemas.microsoft.com/office/drawing/2014/main" id="{353ED055-E62F-CE39-46B4-4F332F5F5D7D}"/>
                </a:ext>
              </a:extLst>
            </p:cNvPr>
            <p:cNvSpPr/>
            <p:nvPr/>
          </p:nvSpPr>
          <p:spPr>
            <a:xfrm>
              <a:off x="634175"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95" name="Google Shape;4105;p83">
              <a:extLst>
                <a:ext uri="{FF2B5EF4-FFF2-40B4-BE49-F238E27FC236}">
                  <a16:creationId xmlns:a16="http://schemas.microsoft.com/office/drawing/2014/main" id="{942101FB-D0F6-F993-F030-1FB6EF35CDEC}"/>
                </a:ext>
              </a:extLst>
            </p:cNvPr>
            <p:cNvSpPr/>
            <p:nvPr/>
          </p:nvSpPr>
          <p:spPr>
            <a:xfrm>
              <a:off x="2599133" y="3853018"/>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96" name="Google Shape;4101;p83">
              <a:extLst>
                <a:ext uri="{FF2B5EF4-FFF2-40B4-BE49-F238E27FC236}">
                  <a16:creationId xmlns:a16="http://schemas.microsoft.com/office/drawing/2014/main" id="{CEB49A67-A897-2617-B3FF-CD84672944D8}"/>
                </a:ext>
              </a:extLst>
            </p:cNvPr>
            <p:cNvSpPr/>
            <p:nvPr/>
          </p:nvSpPr>
          <p:spPr>
            <a:xfrm>
              <a:off x="1225566" y="3853019"/>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97" name="Google Shape;4108;p83">
            <a:extLst>
              <a:ext uri="{FF2B5EF4-FFF2-40B4-BE49-F238E27FC236}">
                <a16:creationId xmlns:a16="http://schemas.microsoft.com/office/drawing/2014/main" id="{991017A5-EA5A-9216-96F9-3B22562A0AA9}"/>
              </a:ext>
            </a:extLst>
          </p:cNvPr>
          <p:cNvGrpSpPr/>
          <p:nvPr/>
        </p:nvGrpSpPr>
        <p:grpSpPr>
          <a:xfrm>
            <a:off x="4606895" y="3685907"/>
            <a:ext cx="2140239" cy="407019"/>
            <a:chOff x="998425" y="1182125"/>
            <a:chExt cx="1065400" cy="199500"/>
          </a:xfrm>
        </p:grpSpPr>
        <p:sp>
          <p:nvSpPr>
            <p:cNvPr id="98" name="Google Shape;4109;p83">
              <a:extLst>
                <a:ext uri="{FF2B5EF4-FFF2-40B4-BE49-F238E27FC236}">
                  <a16:creationId xmlns:a16="http://schemas.microsoft.com/office/drawing/2014/main" id="{D858CAAB-25C4-569E-84CB-D71A4E951A35}"/>
                </a:ext>
              </a:extLst>
            </p:cNvPr>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110;p83">
              <a:extLst>
                <a:ext uri="{FF2B5EF4-FFF2-40B4-BE49-F238E27FC236}">
                  <a16:creationId xmlns:a16="http://schemas.microsoft.com/office/drawing/2014/main" id="{EED448EE-FF61-C8E0-E3AB-21A50F74F2C1}"/>
                </a:ext>
              </a:extLst>
            </p:cNvPr>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111;p83">
              <a:extLst>
                <a:ext uri="{FF2B5EF4-FFF2-40B4-BE49-F238E27FC236}">
                  <a16:creationId xmlns:a16="http://schemas.microsoft.com/office/drawing/2014/main" id="{485E895A-AED0-1DC8-C602-2EFBD9587E6A}"/>
                </a:ext>
              </a:extLst>
            </p:cNvPr>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112;p83">
              <a:extLst>
                <a:ext uri="{FF2B5EF4-FFF2-40B4-BE49-F238E27FC236}">
                  <a16:creationId xmlns:a16="http://schemas.microsoft.com/office/drawing/2014/main" id="{58310701-9CE5-A0AB-E4FF-45B6529572D1}"/>
                </a:ext>
              </a:extLst>
            </p:cNvPr>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113;p83">
              <a:extLst>
                <a:ext uri="{FF2B5EF4-FFF2-40B4-BE49-F238E27FC236}">
                  <a16:creationId xmlns:a16="http://schemas.microsoft.com/office/drawing/2014/main" id="{69E6B172-7438-8077-D235-85F17EE8009C}"/>
                </a:ext>
              </a:extLst>
            </p:cNvPr>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4114;p83">
            <a:extLst>
              <a:ext uri="{FF2B5EF4-FFF2-40B4-BE49-F238E27FC236}">
                <a16:creationId xmlns:a16="http://schemas.microsoft.com/office/drawing/2014/main" id="{8AF5D6DC-C181-43D0-B64C-246F6F9581F7}"/>
              </a:ext>
            </a:extLst>
          </p:cNvPr>
          <p:cNvGrpSpPr/>
          <p:nvPr/>
        </p:nvGrpSpPr>
        <p:grpSpPr>
          <a:xfrm>
            <a:off x="4606894" y="4926355"/>
            <a:ext cx="2140240" cy="681680"/>
            <a:chOff x="5194708" y="3484366"/>
            <a:chExt cx="3148148" cy="987304"/>
          </a:xfrm>
        </p:grpSpPr>
        <p:grpSp>
          <p:nvGrpSpPr>
            <p:cNvPr id="104" name="Google Shape;4115;p83">
              <a:extLst>
                <a:ext uri="{FF2B5EF4-FFF2-40B4-BE49-F238E27FC236}">
                  <a16:creationId xmlns:a16="http://schemas.microsoft.com/office/drawing/2014/main" id="{B8B35871-A304-24ED-EE33-15B247C5B4FD}"/>
                </a:ext>
              </a:extLst>
            </p:cNvPr>
            <p:cNvGrpSpPr/>
            <p:nvPr/>
          </p:nvGrpSpPr>
          <p:grpSpPr>
            <a:xfrm>
              <a:off x="7531521" y="3484366"/>
              <a:ext cx="811335" cy="987304"/>
              <a:chOff x="3379425" y="1617275"/>
              <a:chExt cx="1090650" cy="1327200"/>
            </a:xfrm>
          </p:grpSpPr>
          <p:sp>
            <p:nvSpPr>
              <p:cNvPr id="117" name="Google Shape;4116;p83">
                <a:extLst>
                  <a:ext uri="{FF2B5EF4-FFF2-40B4-BE49-F238E27FC236}">
                    <a16:creationId xmlns:a16="http://schemas.microsoft.com/office/drawing/2014/main" id="{9B61F277-3850-BFD0-0CE6-900D7BB203E0}"/>
                  </a:ext>
                </a:extLst>
              </p:cNvPr>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4117;p83">
                <a:extLst>
                  <a:ext uri="{FF2B5EF4-FFF2-40B4-BE49-F238E27FC236}">
                    <a16:creationId xmlns:a16="http://schemas.microsoft.com/office/drawing/2014/main" id="{1719583C-EB8F-13A8-295D-D55C396D72E9}"/>
                  </a:ext>
                </a:extLst>
              </p:cNvPr>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4118;p83">
                <a:extLst>
                  <a:ext uri="{FF2B5EF4-FFF2-40B4-BE49-F238E27FC236}">
                    <a16:creationId xmlns:a16="http://schemas.microsoft.com/office/drawing/2014/main" id="{8D8C17A9-7222-61F3-9ECD-C7F1A4D86620}"/>
                  </a:ext>
                </a:extLst>
              </p:cNvPr>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 name="Google Shape;4119;p83">
              <a:extLst>
                <a:ext uri="{FF2B5EF4-FFF2-40B4-BE49-F238E27FC236}">
                  <a16:creationId xmlns:a16="http://schemas.microsoft.com/office/drawing/2014/main" id="{27D3B3D3-4528-FEAA-D007-DFDE197E019F}"/>
                </a:ext>
              </a:extLst>
            </p:cNvPr>
            <p:cNvGrpSpPr/>
            <p:nvPr/>
          </p:nvGrpSpPr>
          <p:grpSpPr>
            <a:xfrm>
              <a:off x="6752546" y="3484366"/>
              <a:ext cx="811428" cy="987304"/>
              <a:chOff x="2332275" y="1617275"/>
              <a:chExt cx="1090775" cy="1327200"/>
            </a:xfrm>
          </p:grpSpPr>
          <p:sp>
            <p:nvSpPr>
              <p:cNvPr id="114" name="Google Shape;4120;p83">
                <a:extLst>
                  <a:ext uri="{FF2B5EF4-FFF2-40B4-BE49-F238E27FC236}">
                    <a16:creationId xmlns:a16="http://schemas.microsoft.com/office/drawing/2014/main" id="{2C1946A7-B62F-84A5-2BE7-5B7BC0E6CA3D}"/>
                  </a:ext>
                </a:extLst>
              </p:cNvPr>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4121;p83">
                <a:extLst>
                  <a:ext uri="{FF2B5EF4-FFF2-40B4-BE49-F238E27FC236}">
                    <a16:creationId xmlns:a16="http://schemas.microsoft.com/office/drawing/2014/main" id="{E74C0543-61BC-CCB9-99F0-D6BF0B69428F}"/>
                  </a:ext>
                </a:extLst>
              </p:cNvPr>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4122;p83">
                <a:extLst>
                  <a:ext uri="{FF2B5EF4-FFF2-40B4-BE49-F238E27FC236}">
                    <a16:creationId xmlns:a16="http://schemas.microsoft.com/office/drawing/2014/main" id="{7BECAABE-B77C-21BA-606E-6282B9BE0D2C}"/>
                  </a:ext>
                </a:extLst>
              </p:cNvPr>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4123;p83">
              <a:extLst>
                <a:ext uri="{FF2B5EF4-FFF2-40B4-BE49-F238E27FC236}">
                  <a16:creationId xmlns:a16="http://schemas.microsoft.com/office/drawing/2014/main" id="{7C891C6F-C711-7076-32AF-01B551573C02}"/>
                </a:ext>
              </a:extLst>
            </p:cNvPr>
            <p:cNvGrpSpPr/>
            <p:nvPr/>
          </p:nvGrpSpPr>
          <p:grpSpPr>
            <a:xfrm>
              <a:off x="5973664" y="3484366"/>
              <a:ext cx="811335" cy="987304"/>
              <a:chOff x="1285250" y="1617275"/>
              <a:chExt cx="1090650" cy="1327200"/>
            </a:xfrm>
          </p:grpSpPr>
          <p:sp>
            <p:nvSpPr>
              <p:cNvPr id="111" name="Google Shape;4124;p83">
                <a:extLst>
                  <a:ext uri="{FF2B5EF4-FFF2-40B4-BE49-F238E27FC236}">
                    <a16:creationId xmlns:a16="http://schemas.microsoft.com/office/drawing/2014/main" id="{30A6FD63-A5A2-01EB-97D3-38F52F7A5ABF}"/>
                  </a:ext>
                </a:extLst>
              </p:cNvPr>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4125;p83">
                <a:extLst>
                  <a:ext uri="{FF2B5EF4-FFF2-40B4-BE49-F238E27FC236}">
                    <a16:creationId xmlns:a16="http://schemas.microsoft.com/office/drawing/2014/main" id="{4A94B280-BB73-8EBF-6C5F-568070D87567}"/>
                  </a:ext>
                </a:extLst>
              </p:cNvPr>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4126;p83">
                <a:extLst>
                  <a:ext uri="{FF2B5EF4-FFF2-40B4-BE49-F238E27FC236}">
                    <a16:creationId xmlns:a16="http://schemas.microsoft.com/office/drawing/2014/main" id="{BC3C7C13-99B0-3516-8EB7-583EDF5E4631}"/>
                  </a:ext>
                </a:extLst>
              </p:cNvPr>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4127;p83">
              <a:extLst>
                <a:ext uri="{FF2B5EF4-FFF2-40B4-BE49-F238E27FC236}">
                  <a16:creationId xmlns:a16="http://schemas.microsoft.com/office/drawing/2014/main" id="{7C853657-5109-2BD3-D2DF-ABC10355C09A}"/>
                </a:ext>
              </a:extLst>
            </p:cNvPr>
            <p:cNvGrpSpPr/>
            <p:nvPr/>
          </p:nvGrpSpPr>
          <p:grpSpPr>
            <a:xfrm>
              <a:off x="5194708" y="3484366"/>
              <a:ext cx="811409" cy="987304"/>
              <a:chOff x="238125" y="1617275"/>
              <a:chExt cx="1090750" cy="1327200"/>
            </a:xfrm>
          </p:grpSpPr>
          <p:sp>
            <p:nvSpPr>
              <p:cNvPr id="108" name="Google Shape;4128;p83">
                <a:extLst>
                  <a:ext uri="{FF2B5EF4-FFF2-40B4-BE49-F238E27FC236}">
                    <a16:creationId xmlns:a16="http://schemas.microsoft.com/office/drawing/2014/main" id="{7C9EFF5F-968D-C1E9-0A47-47E37EAF2443}"/>
                  </a:ext>
                </a:extLst>
              </p:cNvPr>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4129;p83">
                <a:extLst>
                  <a:ext uri="{FF2B5EF4-FFF2-40B4-BE49-F238E27FC236}">
                    <a16:creationId xmlns:a16="http://schemas.microsoft.com/office/drawing/2014/main" id="{8FD8BD50-EA8A-B6A0-0DB7-581E1276304B}"/>
                  </a:ext>
                </a:extLst>
              </p:cNvPr>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4130;p83">
                <a:extLst>
                  <a:ext uri="{FF2B5EF4-FFF2-40B4-BE49-F238E27FC236}">
                    <a16:creationId xmlns:a16="http://schemas.microsoft.com/office/drawing/2014/main" id="{06808927-2637-1747-AE5B-B98E67FA9D45}"/>
                  </a:ext>
                </a:extLst>
              </p:cNvPr>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0" name="Google Shape;4131;p83">
            <a:extLst>
              <a:ext uri="{FF2B5EF4-FFF2-40B4-BE49-F238E27FC236}">
                <a16:creationId xmlns:a16="http://schemas.microsoft.com/office/drawing/2014/main" id="{0CA945B7-4E49-F026-0A17-9CF77D1DAD7F}"/>
              </a:ext>
            </a:extLst>
          </p:cNvPr>
          <p:cNvGrpSpPr/>
          <p:nvPr/>
        </p:nvGrpSpPr>
        <p:grpSpPr>
          <a:xfrm>
            <a:off x="8993966" y="3169279"/>
            <a:ext cx="2017479" cy="677638"/>
            <a:chOff x="6853641" y="2534077"/>
            <a:chExt cx="1515545" cy="501229"/>
          </a:xfrm>
        </p:grpSpPr>
        <p:grpSp>
          <p:nvGrpSpPr>
            <p:cNvPr id="121" name="Google Shape;4132;p83">
              <a:extLst>
                <a:ext uri="{FF2B5EF4-FFF2-40B4-BE49-F238E27FC236}">
                  <a16:creationId xmlns:a16="http://schemas.microsoft.com/office/drawing/2014/main" id="{3FDC7E2A-7D68-0954-EC33-352E82E9B6B2}"/>
                </a:ext>
              </a:extLst>
            </p:cNvPr>
            <p:cNvGrpSpPr/>
            <p:nvPr/>
          </p:nvGrpSpPr>
          <p:grpSpPr>
            <a:xfrm>
              <a:off x="6853641" y="2618923"/>
              <a:ext cx="1515545" cy="324556"/>
              <a:chOff x="6853641" y="2618923"/>
              <a:chExt cx="1515545" cy="324556"/>
            </a:xfrm>
          </p:grpSpPr>
          <p:sp>
            <p:nvSpPr>
              <p:cNvPr id="127" name="Google Shape;4133;p83">
                <a:extLst>
                  <a:ext uri="{FF2B5EF4-FFF2-40B4-BE49-F238E27FC236}">
                    <a16:creationId xmlns:a16="http://schemas.microsoft.com/office/drawing/2014/main" id="{676C6346-3D7B-7498-39DD-B365E6464C1F}"/>
                  </a:ext>
                </a:extLst>
              </p:cNvPr>
              <p:cNvSpPr/>
              <p:nvPr/>
            </p:nvSpPr>
            <p:spPr>
              <a:xfrm>
                <a:off x="7747010" y="2781222"/>
                <a:ext cx="324578" cy="162258"/>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4134;p83">
                <a:extLst>
                  <a:ext uri="{FF2B5EF4-FFF2-40B4-BE49-F238E27FC236}">
                    <a16:creationId xmlns:a16="http://schemas.microsoft.com/office/drawing/2014/main" id="{D4FA5D3F-C92C-3BB3-D039-473CA99A9180}"/>
                  </a:ext>
                </a:extLst>
              </p:cNvPr>
              <p:cNvSpPr/>
              <p:nvPr/>
            </p:nvSpPr>
            <p:spPr>
              <a:xfrm>
                <a:off x="7449412" y="2618923"/>
                <a:ext cx="324496" cy="162258"/>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4135;p83">
                <a:extLst>
                  <a:ext uri="{FF2B5EF4-FFF2-40B4-BE49-F238E27FC236}">
                    <a16:creationId xmlns:a16="http://schemas.microsoft.com/office/drawing/2014/main" id="{ECC26F20-EE11-F0A7-CFF0-84334209F5E4}"/>
                  </a:ext>
                </a:extLst>
              </p:cNvPr>
              <p:cNvSpPr/>
              <p:nvPr/>
            </p:nvSpPr>
            <p:spPr>
              <a:xfrm>
                <a:off x="6853641" y="2618923"/>
                <a:ext cx="324824" cy="16279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4136;p83">
                <a:extLst>
                  <a:ext uri="{FF2B5EF4-FFF2-40B4-BE49-F238E27FC236}">
                    <a16:creationId xmlns:a16="http://schemas.microsoft.com/office/drawing/2014/main" id="{04D7A898-E1EC-4565-5631-797DB37EDBD2}"/>
                  </a:ext>
                </a:extLst>
              </p:cNvPr>
              <p:cNvSpPr/>
              <p:nvPr/>
            </p:nvSpPr>
            <p:spPr>
              <a:xfrm>
                <a:off x="7151691" y="2781222"/>
                <a:ext cx="324578" cy="162258"/>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4137;p83">
                <a:extLst>
                  <a:ext uri="{FF2B5EF4-FFF2-40B4-BE49-F238E27FC236}">
                    <a16:creationId xmlns:a16="http://schemas.microsoft.com/office/drawing/2014/main" id="{984C675E-5342-8A66-8585-62C5D2A8E83A}"/>
                  </a:ext>
                </a:extLst>
              </p:cNvPr>
              <p:cNvSpPr/>
              <p:nvPr/>
            </p:nvSpPr>
            <p:spPr>
              <a:xfrm>
                <a:off x="8044362" y="2618923"/>
                <a:ext cx="324824" cy="16279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4138;p83">
              <a:extLst>
                <a:ext uri="{FF2B5EF4-FFF2-40B4-BE49-F238E27FC236}">
                  <a16:creationId xmlns:a16="http://schemas.microsoft.com/office/drawing/2014/main" id="{F58F0A0C-8803-93C6-7158-EEDFE1B7F84F}"/>
                </a:ext>
              </a:extLst>
            </p:cNvPr>
            <p:cNvSpPr/>
            <p:nvPr/>
          </p:nvSpPr>
          <p:spPr>
            <a:xfrm>
              <a:off x="6899264" y="2673830"/>
              <a:ext cx="225242" cy="361476"/>
            </a:xfrm>
            <a:custGeom>
              <a:avLst/>
              <a:gdLst/>
              <a:ahLst/>
              <a:cxnLst/>
              <a:rect l="l" t="t" r="r" b="b"/>
              <a:pathLst>
                <a:path w="5485" h="8802" extrusionOk="0">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4139;p83">
              <a:extLst>
                <a:ext uri="{FF2B5EF4-FFF2-40B4-BE49-F238E27FC236}">
                  <a16:creationId xmlns:a16="http://schemas.microsoft.com/office/drawing/2014/main" id="{3DE96A78-9A01-FAA9-AEBE-F1839DAA79B5}"/>
                </a:ext>
              </a:extLst>
            </p:cNvPr>
            <p:cNvSpPr/>
            <p:nvPr/>
          </p:nvSpPr>
          <p:spPr>
            <a:xfrm>
              <a:off x="7198259" y="2534077"/>
              <a:ext cx="235261" cy="360532"/>
            </a:xfrm>
            <a:custGeom>
              <a:avLst/>
              <a:gdLst/>
              <a:ahLst/>
              <a:cxnLst/>
              <a:rect l="l" t="t" r="r" b="b"/>
              <a:pathLst>
                <a:path w="5729" h="8779" extrusionOk="0">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4140;p83">
              <a:extLst>
                <a:ext uri="{FF2B5EF4-FFF2-40B4-BE49-F238E27FC236}">
                  <a16:creationId xmlns:a16="http://schemas.microsoft.com/office/drawing/2014/main" id="{D0ACD495-9062-E1D0-15A5-443C7EAD8E6A}"/>
                </a:ext>
              </a:extLst>
            </p:cNvPr>
            <p:cNvSpPr/>
            <p:nvPr/>
          </p:nvSpPr>
          <p:spPr>
            <a:xfrm>
              <a:off x="7493639" y="2673830"/>
              <a:ext cx="225200" cy="361476"/>
            </a:xfrm>
            <a:custGeom>
              <a:avLst/>
              <a:gdLst/>
              <a:ahLst/>
              <a:cxnLst/>
              <a:rect l="l" t="t" r="r" b="b"/>
              <a:pathLst>
                <a:path w="5484" h="8802" extrusionOk="0">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4141;p83">
              <a:extLst>
                <a:ext uri="{FF2B5EF4-FFF2-40B4-BE49-F238E27FC236}">
                  <a16:creationId xmlns:a16="http://schemas.microsoft.com/office/drawing/2014/main" id="{C737CE1D-EDAC-08DD-17AB-33D1461C153C}"/>
                </a:ext>
              </a:extLst>
            </p:cNvPr>
            <p:cNvSpPr/>
            <p:nvPr/>
          </p:nvSpPr>
          <p:spPr>
            <a:xfrm>
              <a:off x="7792387" y="2534077"/>
              <a:ext cx="235261" cy="360532"/>
            </a:xfrm>
            <a:custGeom>
              <a:avLst/>
              <a:gdLst/>
              <a:ahLst/>
              <a:cxnLst/>
              <a:rect l="l" t="t" r="r" b="b"/>
              <a:pathLst>
                <a:path w="5729" h="8779" extrusionOk="0">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4142;p83">
              <a:extLst>
                <a:ext uri="{FF2B5EF4-FFF2-40B4-BE49-F238E27FC236}">
                  <a16:creationId xmlns:a16="http://schemas.microsoft.com/office/drawing/2014/main" id="{0DA0D4D2-0A11-3708-B17B-8C851D94D275}"/>
                </a:ext>
              </a:extLst>
            </p:cNvPr>
            <p:cNvSpPr/>
            <p:nvPr/>
          </p:nvSpPr>
          <p:spPr>
            <a:xfrm>
              <a:off x="8090150" y="2673789"/>
              <a:ext cx="225857" cy="361517"/>
            </a:xfrm>
            <a:custGeom>
              <a:avLst/>
              <a:gdLst/>
              <a:ahLst/>
              <a:cxnLst/>
              <a:rect l="l" t="t" r="r" b="b"/>
              <a:pathLst>
                <a:path w="5500" h="8803" extrusionOk="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4143;p83">
            <a:extLst>
              <a:ext uri="{FF2B5EF4-FFF2-40B4-BE49-F238E27FC236}">
                <a16:creationId xmlns:a16="http://schemas.microsoft.com/office/drawing/2014/main" id="{66DA4F92-D2B4-DC5E-ADAD-E90E704E64B6}"/>
              </a:ext>
            </a:extLst>
          </p:cNvPr>
          <p:cNvGrpSpPr/>
          <p:nvPr/>
        </p:nvGrpSpPr>
        <p:grpSpPr>
          <a:xfrm>
            <a:off x="4643405" y="4304720"/>
            <a:ext cx="1987790" cy="479339"/>
            <a:chOff x="1808063" y="4294338"/>
            <a:chExt cx="3370782" cy="721817"/>
          </a:xfrm>
        </p:grpSpPr>
        <p:sp>
          <p:nvSpPr>
            <p:cNvPr id="133" name="Google Shape;4144;p83">
              <a:extLst>
                <a:ext uri="{FF2B5EF4-FFF2-40B4-BE49-F238E27FC236}">
                  <a16:creationId xmlns:a16="http://schemas.microsoft.com/office/drawing/2014/main" id="{035B5289-D3A9-BF47-CF72-E0EC9E00BC53}"/>
                </a:ext>
              </a:extLst>
            </p:cNvPr>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4145;p83">
              <a:extLst>
                <a:ext uri="{FF2B5EF4-FFF2-40B4-BE49-F238E27FC236}">
                  <a16:creationId xmlns:a16="http://schemas.microsoft.com/office/drawing/2014/main" id="{5D6527C6-6F78-B6CE-800F-3156D36FA31F}"/>
                </a:ext>
              </a:extLst>
            </p:cNvPr>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4146;p83">
              <a:extLst>
                <a:ext uri="{FF2B5EF4-FFF2-40B4-BE49-F238E27FC236}">
                  <a16:creationId xmlns:a16="http://schemas.microsoft.com/office/drawing/2014/main" id="{6388DCB8-9C94-572F-175A-C331AF69FF42}"/>
                </a:ext>
              </a:extLst>
            </p:cNvPr>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4147;p83">
              <a:extLst>
                <a:ext uri="{FF2B5EF4-FFF2-40B4-BE49-F238E27FC236}">
                  <a16:creationId xmlns:a16="http://schemas.microsoft.com/office/drawing/2014/main" id="{3E19C0E7-CB3F-8B92-6AFF-AC053DD64193}"/>
                </a:ext>
              </a:extLst>
            </p:cNvPr>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4148;p83">
              <a:extLst>
                <a:ext uri="{FF2B5EF4-FFF2-40B4-BE49-F238E27FC236}">
                  <a16:creationId xmlns:a16="http://schemas.microsoft.com/office/drawing/2014/main" id="{3468B4C2-8714-6FA8-EFC0-00BEA04C71D4}"/>
                </a:ext>
              </a:extLst>
            </p:cNvPr>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4149;p83">
              <a:extLst>
                <a:ext uri="{FF2B5EF4-FFF2-40B4-BE49-F238E27FC236}">
                  <a16:creationId xmlns:a16="http://schemas.microsoft.com/office/drawing/2014/main" id="{A291A5E8-7D85-2C85-2826-6F2D45E86D63}"/>
                </a:ext>
              </a:extLst>
            </p:cNvPr>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4150;p83">
              <a:extLst>
                <a:ext uri="{FF2B5EF4-FFF2-40B4-BE49-F238E27FC236}">
                  <a16:creationId xmlns:a16="http://schemas.microsoft.com/office/drawing/2014/main" id="{925EDF44-B0DB-C5D8-F338-BF4EC6E8A41F}"/>
                </a:ext>
              </a:extLst>
            </p:cNvPr>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4151;p83">
              <a:extLst>
                <a:ext uri="{FF2B5EF4-FFF2-40B4-BE49-F238E27FC236}">
                  <a16:creationId xmlns:a16="http://schemas.microsoft.com/office/drawing/2014/main" id="{DE0FD666-A7BC-1945-0195-929FDD03850D}"/>
                </a:ext>
              </a:extLst>
            </p:cNvPr>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4152;p83">
              <a:extLst>
                <a:ext uri="{FF2B5EF4-FFF2-40B4-BE49-F238E27FC236}">
                  <a16:creationId xmlns:a16="http://schemas.microsoft.com/office/drawing/2014/main" id="{B6375925-A306-2114-116F-60158AE0FEE0}"/>
                </a:ext>
              </a:extLst>
            </p:cNvPr>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4153;p83">
              <a:extLst>
                <a:ext uri="{FF2B5EF4-FFF2-40B4-BE49-F238E27FC236}">
                  <a16:creationId xmlns:a16="http://schemas.microsoft.com/office/drawing/2014/main" id="{C527551A-C492-6F97-BAC9-8BEF69E4EC4F}"/>
                </a:ext>
              </a:extLst>
            </p:cNvPr>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4154;p83">
            <a:extLst>
              <a:ext uri="{FF2B5EF4-FFF2-40B4-BE49-F238E27FC236}">
                <a16:creationId xmlns:a16="http://schemas.microsoft.com/office/drawing/2014/main" id="{26849146-500D-D32D-0468-335C0EBCB72A}"/>
              </a:ext>
            </a:extLst>
          </p:cNvPr>
          <p:cNvGrpSpPr/>
          <p:nvPr/>
        </p:nvGrpSpPr>
        <p:grpSpPr>
          <a:xfrm>
            <a:off x="6976402" y="5169886"/>
            <a:ext cx="1810526" cy="454940"/>
            <a:chOff x="4234950" y="2101012"/>
            <a:chExt cx="4219974" cy="1044090"/>
          </a:xfrm>
        </p:grpSpPr>
        <p:sp>
          <p:nvSpPr>
            <p:cNvPr id="144" name="Google Shape;4155;p83">
              <a:extLst>
                <a:ext uri="{FF2B5EF4-FFF2-40B4-BE49-F238E27FC236}">
                  <a16:creationId xmlns:a16="http://schemas.microsoft.com/office/drawing/2014/main" id="{0C32A485-4361-DB0E-A826-9CA7A2CD0D80}"/>
                </a:ext>
              </a:extLst>
            </p:cNvPr>
            <p:cNvSpPr/>
            <p:nvPr/>
          </p:nvSpPr>
          <p:spPr>
            <a:xfrm rot="10800000">
              <a:off x="7528544"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4156;p83">
              <a:extLst>
                <a:ext uri="{FF2B5EF4-FFF2-40B4-BE49-F238E27FC236}">
                  <a16:creationId xmlns:a16="http://schemas.microsoft.com/office/drawing/2014/main" id="{CF636B68-0153-FFCC-D553-3759D539F1CE}"/>
                </a:ext>
              </a:extLst>
            </p:cNvPr>
            <p:cNvSpPr/>
            <p:nvPr/>
          </p:nvSpPr>
          <p:spPr>
            <a:xfrm rot="10800000">
              <a:off x="6487595" y="2218809"/>
              <a:ext cx="827572" cy="826702"/>
            </a:xfrm>
            <a:custGeom>
              <a:avLst/>
              <a:gdLst/>
              <a:ahLst/>
              <a:cxnLst/>
              <a:rect l="l" t="t" r="r" b="b"/>
              <a:pathLst>
                <a:path w="34926" h="34893" extrusionOk="0">
                  <a:moveTo>
                    <a:pt x="1" y="1"/>
                  </a:moveTo>
                  <a:lnTo>
                    <a:pt x="1" y="34892"/>
                  </a:lnTo>
                  <a:lnTo>
                    <a:pt x="34926" y="34892"/>
                  </a:lnTo>
                  <a:lnTo>
                    <a:pt x="34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4157;p83">
              <a:extLst>
                <a:ext uri="{FF2B5EF4-FFF2-40B4-BE49-F238E27FC236}">
                  <a16:creationId xmlns:a16="http://schemas.microsoft.com/office/drawing/2014/main" id="{BEDB3D27-A953-2066-CA67-452487D45F60}"/>
                </a:ext>
              </a:extLst>
            </p:cNvPr>
            <p:cNvSpPr/>
            <p:nvPr/>
          </p:nvSpPr>
          <p:spPr>
            <a:xfrm rot="10800000">
              <a:off x="5430819" y="2218809"/>
              <a:ext cx="827572" cy="826702"/>
            </a:xfrm>
            <a:custGeom>
              <a:avLst/>
              <a:gdLst/>
              <a:ahLst/>
              <a:cxnLst/>
              <a:rect l="l" t="t" r="r" b="b"/>
              <a:pathLst>
                <a:path w="34926" h="34893" extrusionOk="0">
                  <a:moveTo>
                    <a:pt x="0" y="1"/>
                  </a:moveTo>
                  <a:lnTo>
                    <a:pt x="0" y="34892"/>
                  </a:lnTo>
                  <a:lnTo>
                    <a:pt x="34925" y="34892"/>
                  </a:lnTo>
                  <a:lnTo>
                    <a:pt x="3492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4158;p83">
              <a:extLst>
                <a:ext uri="{FF2B5EF4-FFF2-40B4-BE49-F238E27FC236}">
                  <a16:creationId xmlns:a16="http://schemas.microsoft.com/office/drawing/2014/main" id="{70EBF49A-4F1B-0340-5EDB-DB63B35B3841}"/>
                </a:ext>
              </a:extLst>
            </p:cNvPr>
            <p:cNvSpPr/>
            <p:nvPr/>
          </p:nvSpPr>
          <p:spPr>
            <a:xfrm rot="10800000">
              <a:off x="4374848"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4159;p83">
              <a:extLst>
                <a:ext uri="{FF2B5EF4-FFF2-40B4-BE49-F238E27FC236}">
                  <a16:creationId xmlns:a16="http://schemas.microsoft.com/office/drawing/2014/main" id="{4A8D75AB-591F-3F5B-01A9-6A571F841337}"/>
                </a:ext>
              </a:extLst>
            </p:cNvPr>
            <p:cNvSpPr/>
            <p:nvPr/>
          </p:nvSpPr>
          <p:spPr>
            <a:xfrm rot="10800000">
              <a:off x="7410780" y="2622683"/>
              <a:ext cx="1044144" cy="522420"/>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noFill/>
            <a:ln w="20850"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4160;p83">
              <a:extLst>
                <a:ext uri="{FF2B5EF4-FFF2-40B4-BE49-F238E27FC236}">
                  <a16:creationId xmlns:a16="http://schemas.microsoft.com/office/drawing/2014/main" id="{11705E7C-F3A5-FFDE-8C04-572DA8F5828A}"/>
                </a:ext>
              </a:extLst>
            </p:cNvPr>
            <p:cNvSpPr/>
            <p:nvPr/>
          </p:nvSpPr>
          <p:spPr>
            <a:xfrm rot="10800000">
              <a:off x="6366656" y="2101012"/>
              <a:ext cx="1044144" cy="521638"/>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0850"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4161;p83">
              <a:extLst>
                <a:ext uri="{FF2B5EF4-FFF2-40B4-BE49-F238E27FC236}">
                  <a16:creationId xmlns:a16="http://schemas.microsoft.com/office/drawing/2014/main" id="{464E9252-8453-BB7A-09E7-58A0ED07E44E}"/>
                </a:ext>
              </a:extLst>
            </p:cNvPr>
            <p:cNvSpPr/>
            <p:nvPr/>
          </p:nvSpPr>
          <p:spPr>
            <a:xfrm rot="10800000">
              <a:off x="5322557" y="2622683"/>
              <a:ext cx="1044120" cy="522420"/>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0850" cap="rnd" cmpd="sng">
              <a:solidFill>
                <a:srgbClr val="869FB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4162;p83">
              <a:extLst>
                <a:ext uri="{FF2B5EF4-FFF2-40B4-BE49-F238E27FC236}">
                  <a16:creationId xmlns:a16="http://schemas.microsoft.com/office/drawing/2014/main" id="{1A5E1340-826F-6045-315C-1C7B37590795}"/>
                </a:ext>
              </a:extLst>
            </p:cNvPr>
            <p:cNvSpPr/>
            <p:nvPr/>
          </p:nvSpPr>
          <p:spPr>
            <a:xfrm rot="10800000">
              <a:off x="4278434" y="2101012"/>
              <a:ext cx="1044144" cy="521638"/>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0850" cap="rnd" cmpd="sng">
              <a:solidFill>
                <a:srgbClr val="BAC8D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4163;p83">
              <a:extLst>
                <a:ext uri="{FF2B5EF4-FFF2-40B4-BE49-F238E27FC236}">
                  <a16:creationId xmlns:a16="http://schemas.microsoft.com/office/drawing/2014/main" id="{05FAF410-E13A-7A75-AC62-DDE6CB3E3C7B}"/>
                </a:ext>
              </a:extLst>
            </p:cNvPr>
            <p:cNvSpPr/>
            <p:nvPr/>
          </p:nvSpPr>
          <p:spPr>
            <a:xfrm rot="10800000">
              <a:off x="7367296" y="2570459"/>
              <a:ext cx="86984" cy="8697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4164;p83">
              <a:extLst>
                <a:ext uri="{FF2B5EF4-FFF2-40B4-BE49-F238E27FC236}">
                  <a16:creationId xmlns:a16="http://schemas.microsoft.com/office/drawing/2014/main" id="{BEA6D181-7781-C835-EC68-D84914F95A1F}"/>
                </a:ext>
              </a:extLst>
            </p:cNvPr>
            <p:cNvSpPr/>
            <p:nvPr/>
          </p:nvSpPr>
          <p:spPr>
            <a:xfrm rot="10800000">
              <a:off x="6323197" y="2570459"/>
              <a:ext cx="86961" cy="8697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4165;p83">
              <a:extLst>
                <a:ext uri="{FF2B5EF4-FFF2-40B4-BE49-F238E27FC236}">
                  <a16:creationId xmlns:a16="http://schemas.microsoft.com/office/drawing/2014/main" id="{FD7FA7DC-029B-1CC6-7CFB-926FF0B6B53B}"/>
                </a:ext>
              </a:extLst>
            </p:cNvPr>
            <p:cNvSpPr/>
            <p:nvPr/>
          </p:nvSpPr>
          <p:spPr>
            <a:xfrm rot="10800000">
              <a:off x="5279073"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4166;p83">
              <a:extLst>
                <a:ext uri="{FF2B5EF4-FFF2-40B4-BE49-F238E27FC236}">
                  <a16:creationId xmlns:a16="http://schemas.microsoft.com/office/drawing/2014/main" id="{2C74827F-988E-588D-48EE-1BDA5FC5BDD5}"/>
                </a:ext>
              </a:extLst>
            </p:cNvPr>
            <p:cNvSpPr/>
            <p:nvPr/>
          </p:nvSpPr>
          <p:spPr>
            <a:xfrm rot="10800000">
              <a:off x="4234950"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4167;p83">
              <a:extLst>
                <a:ext uri="{FF2B5EF4-FFF2-40B4-BE49-F238E27FC236}">
                  <a16:creationId xmlns:a16="http://schemas.microsoft.com/office/drawing/2014/main" id="{F64B12F1-98C6-9954-EDDE-277414C2D9DD}"/>
                </a:ext>
              </a:extLst>
            </p:cNvPr>
            <p:cNvSpPr/>
            <p:nvPr/>
          </p:nvSpPr>
          <p:spPr>
            <a:xfrm rot="10800000">
              <a:off x="7541197" y="2231460"/>
              <a:ext cx="801483" cy="800617"/>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4168;p83">
              <a:extLst>
                <a:ext uri="{FF2B5EF4-FFF2-40B4-BE49-F238E27FC236}">
                  <a16:creationId xmlns:a16="http://schemas.microsoft.com/office/drawing/2014/main" id="{D9ABE192-A363-C8F3-85FB-CA44094B800A}"/>
                </a:ext>
              </a:extLst>
            </p:cNvPr>
            <p:cNvSpPr/>
            <p:nvPr/>
          </p:nvSpPr>
          <p:spPr>
            <a:xfrm rot="10800000">
              <a:off x="6488377" y="2231460"/>
              <a:ext cx="800701" cy="800617"/>
            </a:xfrm>
            <a:custGeom>
              <a:avLst/>
              <a:gdLst/>
              <a:ahLst/>
              <a:cxnLst/>
              <a:rect l="l" t="t" r="r" b="b"/>
              <a:pathLst>
                <a:path w="33792" h="33792" extrusionOk="0">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4169;p83">
              <a:extLst>
                <a:ext uri="{FF2B5EF4-FFF2-40B4-BE49-F238E27FC236}">
                  <a16:creationId xmlns:a16="http://schemas.microsoft.com/office/drawing/2014/main" id="{50A735DA-7DCB-07CC-8D68-2A4C21A58814}"/>
                </a:ext>
              </a:extLst>
            </p:cNvPr>
            <p:cNvSpPr/>
            <p:nvPr/>
          </p:nvSpPr>
          <p:spPr>
            <a:xfrm rot="10800000">
              <a:off x="5434776" y="2231460"/>
              <a:ext cx="800701" cy="800617"/>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4170;p83">
              <a:extLst>
                <a:ext uri="{FF2B5EF4-FFF2-40B4-BE49-F238E27FC236}">
                  <a16:creationId xmlns:a16="http://schemas.microsoft.com/office/drawing/2014/main" id="{008B1078-54EF-6D21-AEFF-6183DCBD1992}"/>
                </a:ext>
              </a:extLst>
            </p:cNvPr>
            <p:cNvSpPr/>
            <p:nvPr/>
          </p:nvSpPr>
          <p:spPr>
            <a:xfrm rot="10800000">
              <a:off x="4381980" y="2231460"/>
              <a:ext cx="800678" cy="800617"/>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 name="Google Shape;4171;p83">
            <a:extLst>
              <a:ext uri="{FF2B5EF4-FFF2-40B4-BE49-F238E27FC236}">
                <a16:creationId xmlns:a16="http://schemas.microsoft.com/office/drawing/2014/main" id="{0DEFF1C6-7385-BB81-EDA4-DC74E298DC71}"/>
              </a:ext>
            </a:extLst>
          </p:cNvPr>
          <p:cNvGrpSpPr/>
          <p:nvPr/>
        </p:nvGrpSpPr>
        <p:grpSpPr>
          <a:xfrm>
            <a:off x="8989315" y="2562720"/>
            <a:ext cx="2026782" cy="482127"/>
            <a:chOff x="1247650" y="2075423"/>
            <a:chExt cx="6648477" cy="1557238"/>
          </a:xfrm>
        </p:grpSpPr>
        <p:sp>
          <p:nvSpPr>
            <p:cNvPr id="161" name="Google Shape;4172;p83">
              <a:extLst>
                <a:ext uri="{FF2B5EF4-FFF2-40B4-BE49-F238E27FC236}">
                  <a16:creationId xmlns:a16="http://schemas.microsoft.com/office/drawing/2014/main" id="{C0618757-8BBE-0B67-3E61-9FEB2EE1677C}"/>
                </a:ext>
              </a:extLst>
            </p:cNvPr>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4173;p83">
              <a:extLst>
                <a:ext uri="{FF2B5EF4-FFF2-40B4-BE49-F238E27FC236}">
                  <a16:creationId xmlns:a16="http://schemas.microsoft.com/office/drawing/2014/main" id="{E3DB0EDF-24D8-0324-39D2-24BDA7623B8E}"/>
                </a:ext>
              </a:extLst>
            </p:cNvPr>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4174;p83">
              <a:extLst>
                <a:ext uri="{FF2B5EF4-FFF2-40B4-BE49-F238E27FC236}">
                  <a16:creationId xmlns:a16="http://schemas.microsoft.com/office/drawing/2014/main" id="{B15C9581-96D9-3C31-AF0B-C97DA09F2651}"/>
                </a:ext>
              </a:extLst>
            </p:cNvPr>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4175;p83">
              <a:extLst>
                <a:ext uri="{FF2B5EF4-FFF2-40B4-BE49-F238E27FC236}">
                  <a16:creationId xmlns:a16="http://schemas.microsoft.com/office/drawing/2014/main" id="{D518C3FB-56C2-20CB-4BA9-E836A3A08D4D}"/>
                </a:ext>
              </a:extLst>
            </p:cNvPr>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4176;p83">
              <a:extLst>
                <a:ext uri="{FF2B5EF4-FFF2-40B4-BE49-F238E27FC236}">
                  <a16:creationId xmlns:a16="http://schemas.microsoft.com/office/drawing/2014/main" id="{58F45F9C-BEAB-B35C-26DD-C77288DA8F86}"/>
                </a:ext>
              </a:extLst>
            </p:cNvPr>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4177;p83">
              <a:extLst>
                <a:ext uri="{FF2B5EF4-FFF2-40B4-BE49-F238E27FC236}">
                  <a16:creationId xmlns:a16="http://schemas.microsoft.com/office/drawing/2014/main" id="{82C387E5-C873-AAAC-A516-15394D67ECA8}"/>
                </a:ext>
              </a:extLst>
            </p:cNvPr>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cap="flat" cmpd="sng">
              <a:solidFill>
                <a:srgbClr val="869FB2"/>
              </a:solidFill>
              <a:prstDash val="solid"/>
              <a:miter lim="130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 name="Google Shape;4178;p83">
            <a:extLst>
              <a:ext uri="{FF2B5EF4-FFF2-40B4-BE49-F238E27FC236}">
                <a16:creationId xmlns:a16="http://schemas.microsoft.com/office/drawing/2014/main" id="{F0208DF6-3C37-323D-C1B0-8E79FFFC2DB8}"/>
              </a:ext>
            </a:extLst>
          </p:cNvPr>
          <p:cNvGrpSpPr/>
          <p:nvPr/>
        </p:nvGrpSpPr>
        <p:grpSpPr>
          <a:xfrm>
            <a:off x="6985016" y="1463911"/>
            <a:ext cx="1808653" cy="2139114"/>
            <a:chOff x="1839112" y="2209163"/>
            <a:chExt cx="1918159" cy="2233784"/>
          </a:xfrm>
        </p:grpSpPr>
        <p:sp>
          <p:nvSpPr>
            <p:cNvPr id="168" name="Google Shape;4179;p83">
              <a:extLst>
                <a:ext uri="{FF2B5EF4-FFF2-40B4-BE49-F238E27FC236}">
                  <a16:creationId xmlns:a16="http://schemas.microsoft.com/office/drawing/2014/main" id="{CBBC2810-44BD-E5A0-761D-3C37A202A07B}"/>
                </a:ext>
              </a:extLst>
            </p:cNvPr>
            <p:cNvSpPr/>
            <p:nvPr/>
          </p:nvSpPr>
          <p:spPr>
            <a:xfrm>
              <a:off x="1839112"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4180;p83">
              <a:extLst>
                <a:ext uri="{FF2B5EF4-FFF2-40B4-BE49-F238E27FC236}">
                  <a16:creationId xmlns:a16="http://schemas.microsoft.com/office/drawing/2014/main" id="{B1E3EFED-BAF2-BF01-FB6A-1B1CCFC84C27}"/>
                </a:ext>
              </a:extLst>
            </p:cNvPr>
            <p:cNvSpPr/>
            <p:nvPr/>
          </p:nvSpPr>
          <p:spPr>
            <a:xfrm>
              <a:off x="3182171"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4181;p83">
              <a:extLst>
                <a:ext uri="{FF2B5EF4-FFF2-40B4-BE49-F238E27FC236}">
                  <a16:creationId xmlns:a16="http://schemas.microsoft.com/office/drawing/2014/main" id="{E4CB6A89-04FE-5FF5-8633-A87ABE888839}"/>
                </a:ext>
              </a:extLst>
            </p:cNvPr>
            <p:cNvSpPr/>
            <p:nvPr/>
          </p:nvSpPr>
          <p:spPr>
            <a:xfrm>
              <a:off x="3182171"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1" name="Google Shape;4182;p83">
              <a:extLst>
                <a:ext uri="{FF2B5EF4-FFF2-40B4-BE49-F238E27FC236}">
                  <a16:creationId xmlns:a16="http://schemas.microsoft.com/office/drawing/2014/main" id="{CE374E00-9D52-B1D8-A8B9-CB3087C3105C}"/>
                </a:ext>
              </a:extLst>
            </p:cNvPr>
            <p:cNvCxnSpPr>
              <a:stCxn id="168" idx="6"/>
              <a:endCxn id="169" idx="2"/>
            </p:cNvCxnSpPr>
            <p:nvPr/>
          </p:nvCxnSpPr>
          <p:spPr>
            <a:xfrm>
              <a:off x="2414212" y="2496713"/>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172" name="Google Shape;4183;p83">
              <a:extLst>
                <a:ext uri="{FF2B5EF4-FFF2-40B4-BE49-F238E27FC236}">
                  <a16:creationId xmlns:a16="http://schemas.microsoft.com/office/drawing/2014/main" id="{B8666250-764A-6438-15A4-F206CE73B09A}"/>
                </a:ext>
              </a:extLst>
            </p:cNvPr>
            <p:cNvCxnSpPr>
              <a:stCxn id="169" idx="4"/>
              <a:endCxn id="175" idx="0"/>
            </p:cNvCxnSpPr>
            <p:nvPr/>
          </p:nvCxnSpPr>
          <p:spPr>
            <a:xfrm rot="5400000">
              <a:off x="2669921" y="2240963"/>
              <a:ext cx="256500" cy="1343100"/>
            </a:xfrm>
            <a:prstGeom prst="bentConnector3">
              <a:avLst>
                <a:gd name="adj1" fmla="val 50000"/>
              </a:avLst>
            </a:prstGeom>
            <a:noFill/>
            <a:ln w="19050" cap="flat" cmpd="sng">
              <a:solidFill>
                <a:srgbClr val="374957"/>
              </a:solidFill>
              <a:prstDash val="solid"/>
              <a:round/>
              <a:headEnd type="none" w="med" len="med"/>
              <a:tailEnd type="none" w="med" len="med"/>
            </a:ln>
          </p:spPr>
        </p:cxnSp>
        <p:cxnSp>
          <p:nvCxnSpPr>
            <p:cNvPr id="173" name="Google Shape;4185;p83">
              <a:extLst>
                <a:ext uri="{FF2B5EF4-FFF2-40B4-BE49-F238E27FC236}">
                  <a16:creationId xmlns:a16="http://schemas.microsoft.com/office/drawing/2014/main" id="{3FED24AB-3115-E90B-8CA7-F7C720EB69FC}"/>
                </a:ext>
              </a:extLst>
            </p:cNvPr>
            <p:cNvCxnSpPr>
              <a:stCxn id="175" idx="6"/>
              <a:endCxn id="170" idx="2"/>
            </p:cNvCxnSpPr>
            <p:nvPr/>
          </p:nvCxnSpPr>
          <p:spPr>
            <a:xfrm>
              <a:off x="2414212" y="3328316"/>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174" name="Google Shape;4186;p83">
              <a:extLst>
                <a:ext uri="{FF2B5EF4-FFF2-40B4-BE49-F238E27FC236}">
                  <a16:creationId xmlns:a16="http://schemas.microsoft.com/office/drawing/2014/main" id="{84B2BCB9-9664-CD05-0A46-B337DD4FFE2A}"/>
                </a:ext>
              </a:extLst>
            </p:cNvPr>
            <p:cNvCxnSpPr>
              <a:stCxn id="170" idx="4"/>
              <a:endCxn id="176" idx="0"/>
            </p:cNvCxnSpPr>
            <p:nvPr/>
          </p:nvCxnSpPr>
          <p:spPr>
            <a:xfrm rot="5400000">
              <a:off x="2672171" y="3070316"/>
              <a:ext cx="252000" cy="1343100"/>
            </a:xfrm>
            <a:prstGeom prst="bentConnector3">
              <a:avLst>
                <a:gd name="adj1" fmla="val 49996"/>
              </a:avLst>
            </a:prstGeom>
            <a:noFill/>
            <a:ln w="19050" cap="flat" cmpd="sng">
              <a:solidFill>
                <a:srgbClr val="374957"/>
              </a:solidFill>
              <a:prstDash val="solid"/>
              <a:round/>
              <a:headEnd type="none" w="med" len="med"/>
              <a:tailEnd type="none" w="med" len="med"/>
            </a:ln>
          </p:spPr>
        </p:cxnSp>
        <p:sp>
          <p:nvSpPr>
            <p:cNvPr id="175" name="Google Shape;4184;p83">
              <a:extLst>
                <a:ext uri="{FF2B5EF4-FFF2-40B4-BE49-F238E27FC236}">
                  <a16:creationId xmlns:a16="http://schemas.microsoft.com/office/drawing/2014/main" id="{67FAC415-6221-AF34-2513-224D74BDC44F}"/>
                </a:ext>
              </a:extLst>
            </p:cNvPr>
            <p:cNvSpPr/>
            <p:nvPr/>
          </p:nvSpPr>
          <p:spPr>
            <a:xfrm>
              <a:off x="1839112"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4187;p83">
              <a:extLst>
                <a:ext uri="{FF2B5EF4-FFF2-40B4-BE49-F238E27FC236}">
                  <a16:creationId xmlns:a16="http://schemas.microsoft.com/office/drawing/2014/main" id="{2F130B51-BF8F-1135-8101-CC4BA250DEE9}"/>
                </a:ext>
              </a:extLst>
            </p:cNvPr>
            <p:cNvSpPr/>
            <p:nvPr/>
          </p:nvSpPr>
          <p:spPr>
            <a:xfrm>
              <a:off x="1839112"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4188;p83">
              <a:extLst>
                <a:ext uri="{FF2B5EF4-FFF2-40B4-BE49-F238E27FC236}">
                  <a16:creationId xmlns:a16="http://schemas.microsoft.com/office/drawing/2014/main" id="{542E15C6-6EC0-0A5A-84E0-99416AEAEDB4}"/>
                </a:ext>
              </a:extLst>
            </p:cNvPr>
            <p:cNvSpPr/>
            <p:nvPr/>
          </p:nvSpPr>
          <p:spPr>
            <a:xfrm>
              <a:off x="3182171"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8" name="Google Shape;4189;p83">
              <a:extLst>
                <a:ext uri="{FF2B5EF4-FFF2-40B4-BE49-F238E27FC236}">
                  <a16:creationId xmlns:a16="http://schemas.microsoft.com/office/drawing/2014/main" id="{18B6F143-A3C0-C345-BEC3-ADEBFBDFDE63}"/>
                </a:ext>
              </a:extLst>
            </p:cNvPr>
            <p:cNvCxnSpPr>
              <a:endCxn id="177" idx="2"/>
            </p:cNvCxnSpPr>
            <p:nvPr/>
          </p:nvCxnSpPr>
          <p:spPr>
            <a:xfrm>
              <a:off x="2413871" y="4154498"/>
              <a:ext cx="768300" cy="900"/>
            </a:xfrm>
            <a:prstGeom prst="bentConnector3">
              <a:avLst>
                <a:gd name="adj1" fmla="val 50000"/>
              </a:avLst>
            </a:prstGeom>
            <a:noFill/>
            <a:ln w="19050" cap="flat" cmpd="sng">
              <a:solidFill>
                <a:srgbClr val="374957"/>
              </a:solidFill>
              <a:prstDash val="solid"/>
              <a:round/>
              <a:headEnd type="none" w="med" len="med"/>
              <a:tailEnd type="none" w="med" len="med"/>
            </a:ln>
          </p:spPr>
        </p:cxnSp>
      </p:grpSp>
      <p:grpSp>
        <p:nvGrpSpPr>
          <p:cNvPr id="179" name="Google Shape;4190;p83">
            <a:extLst>
              <a:ext uri="{FF2B5EF4-FFF2-40B4-BE49-F238E27FC236}">
                <a16:creationId xmlns:a16="http://schemas.microsoft.com/office/drawing/2014/main" id="{D1551403-1D68-2B17-85B0-50C83F8089B8}"/>
              </a:ext>
            </a:extLst>
          </p:cNvPr>
          <p:cNvGrpSpPr/>
          <p:nvPr/>
        </p:nvGrpSpPr>
        <p:grpSpPr>
          <a:xfrm>
            <a:off x="4630634" y="1487377"/>
            <a:ext cx="2092761" cy="201051"/>
            <a:chOff x="238125" y="2506075"/>
            <a:chExt cx="7115411" cy="673075"/>
          </a:xfrm>
        </p:grpSpPr>
        <p:sp>
          <p:nvSpPr>
            <p:cNvPr id="180" name="Google Shape;4191;p83">
              <a:extLst>
                <a:ext uri="{FF2B5EF4-FFF2-40B4-BE49-F238E27FC236}">
                  <a16:creationId xmlns:a16="http://schemas.microsoft.com/office/drawing/2014/main" id="{E7B0EDC2-3217-3365-C8CD-82F3457A455C}"/>
                </a:ext>
              </a:extLst>
            </p:cNvPr>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4192;p83">
              <a:extLst>
                <a:ext uri="{FF2B5EF4-FFF2-40B4-BE49-F238E27FC236}">
                  <a16:creationId xmlns:a16="http://schemas.microsoft.com/office/drawing/2014/main" id="{27CFC95F-54AF-9D07-5D42-C058008B85DD}"/>
                </a:ext>
              </a:extLst>
            </p:cNvPr>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4193;p83">
              <a:extLst>
                <a:ext uri="{FF2B5EF4-FFF2-40B4-BE49-F238E27FC236}">
                  <a16:creationId xmlns:a16="http://schemas.microsoft.com/office/drawing/2014/main" id="{05FD137C-1677-238E-9CE6-57C17EAB922B}"/>
                </a:ext>
              </a:extLst>
            </p:cNvPr>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4194;p83">
              <a:extLst>
                <a:ext uri="{FF2B5EF4-FFF2-40B4-BE49-F238E27FC236}">
                  <a16:creationId xmlns:a16="http://schemas.microsoft.com/office/drawing/2014/main" id="{A7A79858-7320-4F45-1452-D40864E397D4}"/>
                </a:ext>
              </a:extLst>
            </p:cNvPr>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4195;p83">
              <a:extLst>
                <a:ext uri="{FF2B5EF4-FFF2-40B4-BE49-F238E27FC236}">
                  <a16:creationId xmlns:a16="http://schemas.microsoft.com/office/drawing/2014/main" id="{01BAFF2B-086E-95F7-3422-1AF3B8F4CF8B}"/>
                </a:ext>
              </a:extLst>
            </p:cNvPr>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4196;p83">
            <a:extLst>
              <a:ext uri="{FF2B5EF4-FFF2-40B4-BE49-F238E27FC236}">
                <a16:creationId xmlns:a16="http://schemas.microsoft.com/office/drawing/2014/main" id="{A38B057D-6FF2-38CA-0BD3-FE7CF872614B}"/>
              </a:ext>
            </a:extLst>
          </p:cNvPr>
          <p:cNvGrpSpPr/>
          <p:nvPr/>
        </p:nvGrpSpPr>
        <p:grpSpPr>
          <a:xfrm>
            <a:off x="2766195" y="1895750"/>
            <a:ext cx="1613594" cy="1019135"/>
            <a:chOff x="548861" y="389676"/>
            <a:chExt cx="3843371" cy="2390163"/>
          </a:xfrm>
        </p:grpSpPr>
        <p:cxnSp>
          <p:nvCxnSpPr>
            <p:cNvPr id="186" name="Google Shape;4197;p83">
              <a:extLst>
                <a:ext uri="{FF2B5EF4-FFF2-40B4-BE49-F238E27FC236}">
                  <a16:creationId xmlns:a16="http://schemas.microsoft.com/office/drawing/2014/main" id="{A5D6084F-81D4-3105-3183-F6855C3AB9D2}"/>
                </a:ext>
              </a:extLst>
            </p:cNvPr>
            <p:cNvCxnSpPr/>
            <p:nvPr/>
          </p:nvCxnSpPr>
          <p:spPr>
            <a:xfrm rot="10800000" flipH="1">
              <a:off x="3486925" y="1918250"/>
              <a:ext cx="742200" cy="6903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187" name="Google Shape;4198;p83">
              <a:extLst>
                <a:ext uri="{FF2B5EF4-FFF2-40B4-BE49-F238E27FC236}">
                  <a16:creationId xmlns:a16="http://schemas.microsoft.com/office/drawing/2014/main" id="{FA037201-9580-FC0F-344F-AEF11E51BDA8}"/>
                </a:ext>
              </a:extLst>
            </p:cNvPr>
            <p:cNvCxnSpPr/>
            <p:nvPr/>
          </p:nvCxnSpPr>
          <p:spPr>
            <a:xfrm rot="-5400000" flipH="1">
              <a:off x="3486925" y="577350"/>
              <a:ext cx="650100" cy="6501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188" name="Google Shape;4199;p83">
              <a:extLst>
                <a:ext uri="{FF2B5EF4-FFF2-40B4-BE49-F238E27FC236}">
                  <a16:creationId xmlns:a16="http://schemas.microsoft.com/office/drawing/2014/main" id="{C88940BA-6E25-EA98-D5D0-A8FDF1BAF016}"/>
                </a:ext>
              </a:extLst>
            </p:cNvPr>
            <p:cNvCxnSpPr/>
            <p:nvPr/>
          </p:nvCxnSpPr>
          <p:spPr>
            <a:xfrm>
              <a:off x="2725450" y="576000"/>
              <a:ext cx="1410600" cy="18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189" name="Google Shape;4200;p83">
              <a:extLst>
                <a:ext uri="{FF2B5EF4-FFF2-40B4-BE49-F238E27FC236}">
                  <a16:creationId xmlns:a16="http://schemas.microsoft.com/office/drawing/2014/main" id="{D6103316-184E-ECA5-7A00-C456E3CB3DCA}"/>
                </a:ext>
              </a:extLst>
            </p:cNvPr>
            <p:cNvCxnSpPr/>
            <p:nvPr/>
          </p:nvCxnSpPr>
          <p:spPr>
            <a:xfrm rot="10800000" flipH="1">
              <a:off x="756500" y="577975"/>
              <a:ext cx="1705500" cy="1049100"/>
            </a:xfrm>
            <a:prstGeom prst="bentConnector3">
              <a:avLst>
                <a:gd name="adj1" fmla="val 50000"/>
              </a:avLst>
            </a:prstGeom>
            <a:noFill/>
            <a:ln w="9525" cap="flat" cmpd="sng">
              <a:solidFill>
                <a:srgbClr val="BAC8D3"/>
              </a:solidFill>
              <a:prstDash val="solid"/>
              <a:round/>
              <a:headEnd type="none" w="med" len="med"/>
              <a:tailEnd type="none" w="med" len="med"/>
            </a:ln>
          </p:spPr>
        </p:cxnSp>
        <p:cxnSp>
          <p:nvCxnSpPr>
            <p:cNvPr id="190" name="Google Shape;4201;p83">
              <a:extLst>
                <a:ext uri="{FF2B5EF4-FFF2-40B4-BE49-F238E27FC236}">
                  <a16:creationId xmlns:a16="http://schemas.microsoft.com/office/drawing/2014/main" id="{7BB3C660-74CA-E15B-F955-975C06B97266}"/>
                </a:ext>
              </a:extLst>
            </p:cNvPr>
            <p:cNvCxnSpPr/>
            <p:nvPr/>
          </p:nvCxnSpPr>
          <p:spPr>
            <a:xfrm>
              <a:off x="760067" y="1625791"/>
              <a:ext cx="1689000" cy="9741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191" name="Google Shape;4202;p83">
              <a:extLst>
                <a:ext uri="{FF2B5EF4-FFF2-40B4-BE49-F238E27FC236}">
                  <a16:creationId xmlns:a16="http://schemas.microsoft.com/office/drawing/2014/main" id="{9296BC45-6EA4-9D52-034C-E86F0182960E}"/>
                </a:ext>
              </a:extLst>
            </p:cNvPr>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2" name="Google Shape;4203;p83">
              <a:extLst>
                <a:ext uri="{FF2B5EF4-FFF2-40B4-BE49-F238E27FC236}">
                  <a16:creationId xmlns:a16="http://schemas.microsoft.com/office/drawing/2014/main" id="{9686BDCC-DE33-D4F7-9DDB-91E83CB77207}"/>
                </a:ext>
              </a:extLst>
            </p:cNvPr>
            <p:cNvCxnSpPr/>
            <p:nvPr/>
          </p:nvCxnSpPr>
          <p:spPr>
            <a:xfrm>
              <a:off x="2725450" y="2609025"/>
              <a:ext cx="1416000" cy="18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193" name="Google Shape;4204;p83">
              <a:extLst>
                <a:ext uri="{FF2B5EF4-FFF2-40B4-BE49-F238E27FC236}">
                  <a16:creationId xmlns:a16="http://schemas.microsoft.com/office/drawing/2014/main" id="{AEE60C15-4FCF-D6EA-128D-2FBC5DE15AEC}"/>
                </a:ext>
              </a:extLst>
            </p:cNvPr>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4205;p83">
              <a:extLst>
                <a:ext uri="{FF2B5EF4-FFF2-40B4-BE49-F238E27FC236}">
                  <a16:creationId xmlns:a16="http://schemas.microsoft.com/office/drawing/2014/main" id="{2361E60B-83D6-07CE-8B71-DE54A78F7899}"/>
                </a:ext>
              </a:extLst>
            </p:cNvPr>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4206;p83">
              <a:extLst>
                <a:ext uri="{FF2B5EF4-FFF2-40B4-BE49-F238E27FC236}">
                  <a16:creationId xmlns:a16="http://schemas.microsoft.com/office/drawing/2014/main" id="{35B62269-6A03-0E5D-2B74-53B24B3748F8}"/>
                </a:ext>
              </a:extLst>
            </p:cNvPr>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4207;p83">
              <a:extLst>
                <a:ext uri="{FF2B5EF4-FFF2-40B4-BE49-F238E27FC236}">
                  <a16:creationId xmlns:a16="http://schemas.microsoft.com/office/drawing/2014/main" id="{FB7DFC0E-F2BD-95A9-6285-C53D7F8C83D0}"/>
                </a:ext>
              </a:extLst>
            </p:cNvPr>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4208;p83">
              <a:extLst>
                <a:ext uri="{FF2B5EF4-FFF2-40B4-BE49-F238E27FC236}">
                  <a16:creationId xmlns:a16="http://schemas.microsoft.com/office/drawing/2014/main" id="{F90B9AF4-CF34-97AF-A846-09749D3AE9C8}"/>
                </a:ext>
              </a:extLst>
            </p:cNvPr>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4209;p83">
              <a:extLst>
                <a:ext uri="{FF2B5EF4-FFF2-40B4-BE49-F238E27FC236}">
                  <a16:creationId xmlns:a16="http://schemas.microsoft.com/office/drawing/2014/main" id="{C061F75F-E6E6-DFAF-4015-7BA39ADEA6FD}"/>
                </a:ext>
              </a:extLst>
            </p:cNvPr>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4210;p83">
            <a:extLst>
              <a:ext uri="{FF2B5EF4-FFF2-40B4-BE49-F238E27FC236}">
                <a16:creationId xmlns:a16="http://schemas.microsoft.com/office/drawing/2014/main" id="{1240585B-3FD3-568D-2114-28213D5D6792}"/>
              </a:ext>
            </a:extLst>
          </p:cNvPr>
          <p:cNvGrpSpPr/>
          <p:nvPr/>
        </p:nvGrpSpPr>
        <p:grpSpPr>
          <a:xfrm>
            <a:off x="1217843" y="3332019"/>
            <a:ext cx="1804121" cy="822101"/>
            <a:chOff x="1187400" y="2529299"/>
            <a:chExt cx="6769193" cy="2241903"/>
          </a:xfrm>
        </p:grpSpPr>
        <p:sp>
          <p:nvSpPr>
            <p:cNvPr id="200" name="Google Shape;4211;p83">
              <a:extLst>
                <a:ext uri="{FF2B5EF4-FFF2-40B4-BE49-F238E27FC236}">
                  <a16:creationId xmlns:a16="http://schemas.microsoft.com/office/drawing/2014/main" id="{D23495DB-3940-AC58-39AD-3F1E04B698F2}"/>
                </a:ext>
              </a:extLst>
            </p:cNvPr>
            <p:cNvSpPr/>
            <p:nvPr/>
          </p:nvSpPr>
          <p:spPr>
            <a:xfrm>
              <a:off x="3802943" y="2529299"/>
              <a:ext cx="1538100" cy="442500"/>
            </a:xfrm>
            <a:prstGeom prst="roundRect">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201" name="Google Shape;4212;p83">
              <a:extLst>
                <a:ext uri="{FF2B5EF4-FFF2-40B4-BE49-F238E27FC236}">
                  <a16:creationId xmlns:a16="http://schemas.microsoft.com/office/drawing/2014/main" id="{7F13150F-2CB4-AC6D-EAAA-162B554C7C28}"/>
                </a:ext>
              </a:extLst>
            </p:cNvPr>
            <p:cNvSpPr/>
            <p:nvPr/>
          </p:nvSpPr>
          <p:spPr>
            <a:xfrm>
              <a:off x="5573240"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02" name="Google Shape;4213;p83">
              <a:extLst>
                <a:ext uri="{FF2B5EF4-FFF2-40B4-BE49-F238E27FC236}">
                  <a16:creationId xmlns:a16="http://schemas.microsoft.com/office/drawing/2014/main" id="{32237673-9935-B901-55AB-DD8FA90E2ED8}"/>
                </a:ext>
              </a:extLst>
            </p:cNvPr>
            <p:cNvSpPr/>
            <p:nvPr/>
          </p:nvSpPr>
          <p:spPr>
            <a:xfrm>
              <a:off x="2032647"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03" name="Google Shape;4214;p83">
              <a:extLst>
                <a:ext uri="{FF2B5EF4-FFF2-40B4-BE49-F238E27FC236}">
                  <a16:creationId xmlns:a16="http://schemas.microsoft.com/office/drawing/2014/main" id="{1A2E0895-6102-124E-A640-2C015B5CAD77}"/>
                </a:ext>
              </a:extLst>
            </p:cNvPr>
            <p:cNvSpPr/>
            <p:nvPr/>
          </p:nvSpPr>
          <p:spPr>
            <a:xfrm>
              <a:off x="11874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04" name="Google Shape;4215;p83">
              <a:extLst>
                <a:ext uri="{FF2B5EF4-FFF2-40B4-BE49-F238E27FC236}">
                  <a16:creationId xmlns:a16="http://schemas.microsoft.com/office/drawing/2014/main" id="{010038AF-21F4-3416-0B2C-1FF7ECFB24FC}"/>
                </a:ext>
              </a:extLst>
            </p:cNvPr>
            <p:cNvSpPr/>
            <p:nvPr/>
          </p:nvSpPr>
          <p:spPr>
            <a:xfrm>
              <a:off x="28778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05" name="Google Shape;4216;p83">
              <a:extLst>
                <a:ext uri="{FF2B5EF4-FFF2-40B4-BE49-F238E27FC236}">
                  <a16:creationId xmlns:a16="http://schemas.microsoft.com/office/drawing/2014/main" id="{A1EAAE9E-6001-F6E4-0378-EDB19177453A}"/>
                </a:ext>
              </a:extLst>
            </p:cNvPr>
            <p:cNvSpPr/>
            <p:nvPr/>
          </p:nvSpPr>
          <p:spPr>
            <a:xfrm>
              <a:off x="47280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06" name="Google Shape;4217;p83">
              <a:extLst>
                <a:ext uri="{FF2B5EF4-FFF2-40B4-BE49-F238E27FC236}">
                  <a16:creationId xmlns:a16="http://schemas.microsoft.com/office/drawing/2014/main" id="{0F11642B-2FCB-35D5-5F55-418669DF7F4D}"/>
                </a:ext>
              </a:extLst>
            </p:cNvPr>
            <p:cNvSpPr/>
            <p:nvPr/>
          </p:nvSpPr>
          <p:spPr>
            <a:xfrm>
              <a:off x="64184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cxnSp>
          <p:nvCxnSpPr>
            <p:cNvPr id="207" name="Google Shape;4218;p83">
              <a:extLst>
                <a:ext uri="{FF2B5EF4-FFF2-40B4-BE49-F238E27FC236}">
                  <a16:creationId xmlns:a16="http://schemas.microsoft.com/office/drawing/2014/main" id="{BC4CE5CE-A699-9D67-65E1-507E4B47B37D}"/>
                </a:ext>
              </a:extLst>
            </p:cNvPr>
            <p:cNvCxnSpPr>
              <a:stCxn id="200" idx="2"/>
              <a:endCxn id="201" idx="0"/>
            </p:cNvCxnSpPr>
            <p:nvPr/>
          </p:nvCxnSpPr>
          <p:spPr>
            <a:xfrm rot="-5400000" flipH="1">
              <a:off x="5228543" y="2315249"/>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208" name="Google Shape;4219;p83">
              <a:extLst>
                <a:ext uri="{FF2B5EF4-FFF2-40B4-BE49-F238E27FC236}">
                  <a16:creationId xmlns:a16="http://schemas.microsoft.com/office/drawing/2014/main" id="{806DF441-77C8-6119-68DE-6D2E7C09205B}"/>
                </a:ext>
              </a:extLst>
            </p:cNvPr>
            <p:cNvCxnSpPr>
              <a:stCxn id="202" idx="0"/>
              <a:endCxn id="200" idx="2"/>
            </p:cNvCxnSpPr>
            <p:nvPr/>
          </p:nvCxnSpPr>
          <p:spPr>
            <a:xfrm rot="-5400000">
              <a:off x="3458247" y="2315250"/>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209" name="Google Shape;4220;p83">
              <a:extLst>
                <a:ext uri="{FF2B5EF4-FFF2-40B4-BE49-F238E27FC236}">
                  <a16:creationId xmlns:a16="http://schemas.microsoft.com/office/drawing/2014/main" id="{C3873EB1-EDFF-7ECD-CFF2-1EF6601036E6}"/>
                </a:ext>
              </a:extLst>
            </p:cNvPr>
            <p:cNvCxnSpPr>
              <a:stCxn id="202" idx="2"/>
              <a:endCxn id="204" idx="0"/>
            </p:cNvCxnSpPr>
            <p:nvPr/>
          </p:nvCxnSpPr>
          <p:spPr>
            <a:xfrm rot="-5400000" flipH="1">
              <a:off x="2995647" y="3677550"/>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210" name="Google Shape;4221;p83">
              <a:extLst>
                <a:ext uri="{FF2B5EF4-FFF2-40B4-BE49-F238E27FC236}">
                  <a16:creationId xmlns:a16="http://schemas.microsoft.com/office/drawing/2014/main" id="{4A113741-C50D-20C8-D61E-EC64A2C9F756}"/>
                </a:ext>
              </a:extLst>
            </p:cNvPr>
            <p:cNvCxnSpPr>
              <a:stCxn id="203" idx="0"/>
              <a:endCxn id="202" idx="2"/>
            </p:cNvCxnSpPr>
            <p:nvPr/>
          </p:nvCxnSpPr>
          <p:spPr>
            <a:xfrm rot="-5400000">
              <a:off x="21504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211" name="Google Shape;4222;p83">
              <a:extLst>
                <a:ext uri="{FF2B5EF4-FFF2-40B4-BE49-F238E27FC236}">
                  <a16:creationId xmlns:a16="http://schemas.microsoft.com/office/drawing/2014/main" id="{59D89E8F-C687-6062-EF99-31DF3D2B2BF3}"/>
                </a:ext>
              </a:extLst>
            </p:cNvPr>
            <p:cNvCxnSpPr>
              <a:stCxn id="201" idx="2"/>
              <a:endCxn id="206" idx="0"/>
            </p:cNvCxnSpPr>
            <p:nvPr/>
          </p:nvCxnSpPr>
          <p:spPr>
            <a:xfrm rot="-5400000" flipH="1">
              <a:off x="6536390" y="3677400"/>
              <a:ext cx="457200" cy="8454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212" name="Google Shape;4223;p83">
              <a:extLst>
                <a:ext uri="{FF2B5EF4-FFF2-40B4-BE49-F238E27FC236}">
                  <a16:creationId xmlns:a16="http://schemas.microsoft.com/office/drawing/2014/main" id="{AE0E9C02-54EA-7DC0-479C-B36D2517FC0C}"/>
                </a:ext>
              </a:extLst>
            </p:cNvPr>
            <p:cNvCxnSpPr>
              <a:stCxn id="205" idx="0"/>
              <a:endCxn id="201" idx="2"/>
            </p:cNvCxnSpPr>
            <p:nvPr/>
          </p:nvCxnSpPr>
          <p:spPr>
            <a:xfrm rot="-5400000">
              <a:off x="56910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grpSp>
      <p:grpSp>
        <p:nvGrpSpPr>
          <p:cNvPr id="213" name="Google Shape;4224;p83">
            <a:extLst>
              <a:ext uri="{FF2B5EF4-FFF2-40B4-BE49-F238E27FC236}">
                <a16:creationId xmlns:a16="http://schemas.microsoft.com/office/drawing/2014/main" id="{3D7BCBC9-53AF-2371-E312-CE37D2BF2CAC}"/>
              </a:ext>
            </a:extLst>
          </p:cNvPr>
          <p:cNvGrpSpPr/>
          <p:nvPr/>
        </p:nvGrpSpPr>
        <p:grpSpPr>
          <a:xfrm>
            <a:off x="8993979" y="3971351"/>
            <a:ext cx="2017465" cy="701829"/>
            <a:chOff x="6895650" y="3126697"/>
            <a:chExt cx="1436662" cy="492105"/>
          </a:xfrm>
        </p:grpSpPr>
        <p:sp>
          <p:nvSpPr>
            <p:cNvPr id="214" name="Google Shape;4225;p83">
              <a:extLst>
                <a:ext uri="{FF2B5EF4-FFF2-40B4-BE49-F238E27FC236}">
                  <a16:creationId xmlns:a16="http://schemas.microsoft.com/office/drawing/2014/main" id="{68C8B8A2-AA5D-3D94-8C20-A0E7BDF0660C}"/>
                </a:ext>
              </a:extLst>
            </p:cNvPr>
            <p:cNvSpPr/>
            <p:nvPr/>
          </p:nvSpPr>
          <p:spPr>
            <a:xfrm>
              <a:off x="715182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4226;p83">
              <a:extLst>
                <a:ext uri="{FF2B5EF4-FFF2-40B4-BE49-F238E27FC236}">
                  <a16:creationId xmlns:a16="http://schemas.microsoft.com/office/drawing/2014/main" id="{DC5C01A9-452B-783D-A0AF-F5BEBA811546}"/>
                </a:ext>
              </a:extLst>
            </p:cNvPr>
            <p:cNvSpPr/>
            <p:nvPr/>
          </p:nvSpPr>
          <p:spPr>
            <a:xfrm>
              <a:off x="766416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4227;p83">
              <a:extLst>
                <a:ext uri="{FF2B5EF4-FFF2-40B4-BE49-F238E27FC236}">
                  <a16:creationId xmlns:a16="http://schemas.microsoft.com/office/drawing/2014/main" id="{776C5BF7-8842-C723-307A-3A27A253E2AA}"/>
                </a:ext>
              </a:extLst>
            </p:cNvPr>
            <p:cNvSpPr/>
            <p:nvPr/>
          </p:nvSpPr>
          <p:spPr>
            <a:xfrm>
              <a:off x="6895650" y="3127761"/>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4228;p83">
              <a:extLst>
                <a:ext uri="{FF2B5EF4-FFF2-40B4-BE49-F238E27FC236}">
                  <a16:creationId xmlns:a16="http://schemas.microsoft.com/office/drawing/2014/main" id="{455C3F5F-E481-AD13-A4AC-4DA96463CCC8}"/>
                </a:ext>
              </a:extLst>
            </p:cNvPr>
            <p:cNvSpPr/>
            <p:nvPr/>
          </p:nvSpPr>
          <p:spPr>
            <a:xfrm>
              <a:off x="7399482"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4229;p83">
              <a:extLst>
                <a:ext uri="{FF2B5EF4-FFF2-40B4-BE49-F238E27FC236}">
                  <a16:creationId xmlns:a16="http://schemas.microsoft.com/office/drawing/2014/main" id="{692067C4-4CEB-DE86-4E03-0043F96658BA}"/>
                </a:ext>
              </a:extLst>
            </p:cNvPr>
            <p:cNvSpPr/>
            <p:nvPr/>
          </p:nvSpPr>
          <p:spPr>
            <a:xfrm>
              <a:off x="7911823"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 name="Google Shape;4230;p83">
              <a:extLst>
                <a:ext uri="{FF2B5EF4-FFF2-40B4-BE49-F238E27FC236}">
                  <a16:creationId xmlns:a16="http://schemas.microsoft.com/office/drawing/2014/main" id="{2CEF1218-8459-E0FC-60E9-21751145CE88}"/>
                </a:ext>
              </a:extLst>
            </p:cNvPr>
            <p:cNvGrpSpPr/>
            <p:nvPr/>
          </p:nvGrpSpPr>
          <p:grpSpPr>
            <a:xfrm>
              <a:off x="6995957" y="3335810"/>
              <a:ext cx="1230393" cy="71754"/>
              <a:chOff x="6995957" y="3287964"/>
              <a:chExt cx="1230393" cy="71754"/>
            </a:xfrm>
          </p:grpSpPr>
          <p:sp>
            <p:nvSpPr>
              <p:cNvPr id="220" name="Google Shape;4231;p83">
                <a:extLst>
                  <a:ext uri="{FF2B5EF4-FFF2-40B4-BE49-F238E27FC236}">
                    <a16:creationId xmlns:a16="http://schemas.microsoft.com/office/drawing/2014/main" id="{B19C9292-812A-6950-97DC-92F869CA5C43}"/>
                  </a:ext>
                </a:extLst>
              </p:cNvPr>
              <p:cNvSpPr/>
              <p:nvPr/>
            </p:nvSpPr>
            <p:spPr>
              <a:xfrm>
                <a:off x="8006733" y="3287964"/>
                <a:ext cx="219617" cy="71754"/>
              </a:xfrm>
              <a:custGeom>
                <a:avLst/>
                <a:gdLst/>
                <a:ahLst/>
                <a:cxnLst/>
                <a:rect l="l" t="t" r="r" b="b"/>
                <a:pathLst>
                  <a:path w="6608" h="2159" extrusionOk="0">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4232;p83">
                <a:extLst>
                  <a:ext uri="{FF2B5EF4-FFF2-40B4-BE49-F238E27FC236}">
                    <a16:creationId xmlns:a16="http://schemas.microsoft.com/office/drawing/2014/main" id="{3BA289E6-925C-58A1-8210-07082E82D390}"/>
                  </a:ext>
                </a:extLst>
              </p:cNvPr>
              <p:cNvSpPr/>
              <p:nvPr/>
            </p:nvSpPr>
            <p:spPr>
              <a:xfrm>
                <a:off x="7756540" y="3287964"/>
                <a:ext cx="219617" cy="71754"/>
              </a:xfrm>
              <a:custGeom>
                <a:avLst/>
                <a:gdLst/>
                <a:ahLst/>
                <a:cxnLst/>
                <a:rect l="l" t="t" r="r" b="b"/>
                <a:pathLst>
                  <a:path w="6608" h="2159" extrusionOk="0">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4233;p83">
                <a:extLst>
                  <a:ext uri="{FF2B5EF4-FFF2-40B4-BE49-F238E27FC236}">
                    <a16:creationId xmlns:a16="http://schemas.microsoft.com/office/drawing/2014/main" id="{EFAD2641-93F7-C2D2-E153-FB74AC52ACCC}"/>
                  </a:ext>
                </a:extLst>
              </p:cNvPr>
              <p:cNvSpPr/>
              <p:nvPr/>
            </p:nvSpPr>
            <p:spPr>
              <a:xfrm>
                <a:off x="7496443"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4234;p83">
                <a:extLst>
                  <a:ext uri="{FF2B5EF4-FFF2-40B4-BE49-F238E27FC236}">
                    <a16:creationId xmlns:a16="http://schemas.microsoft.com/office/drawing/2014/main" id="{AB572C6D-638B-DB50-2750-C3F6DDEC287A}"/>
                  </a:ext>
                </a:extLst>
              </p:cNvPr>
              <p:cNvSpPr/>
              <p:nvPr/>
            </p:nvSpPr>
            <p:spPr>
              <a:xfrm>
                <a:off x="7243757"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4235;p83">
                <a:extLst>
                  <a:ext uri="{FF2B5EF4-FFF2-40B4-BE49-F238E27FC236}">
                    <a16:creationId xmlns:a16="http://schemas.microsoft.com/office/drawing/2014/main" id="{86651354-88A3-37F1-A5B8-A47CA1776697}"/>
                  </a:ext>
                </a:extLst>
              </p:cNvPr>
              <p:cNvSpPr/>
              <p:nvPr/>
            </p:nvSpPr>
            <p:spPr>
              <a:xfrm>
                <a:off x="6995957" y="3287964"/>
                <a:ext cx="219617" cy="71754"/>
              </a:xfrm>
              <a:custGeom>
                <a:avLst/>
                <a:gdLst/>
                <a:ahLst/>
                <a:cxnLst/>
                <a:rect l="l" t="t" r="r" b="b"/>
                <a:pathLst>
                  <a:path w="6608" h="2159" extrusionOk="0">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5" name="Google Shape;4236;p83">
            <a:extLst>
              <a:ext uri="{FF2B5EF4-FFF2-40B4-BE49-F238E27FC236}">
                <a16:creationId xmlns:a16="http://schemas.microsoft.com/office/drawing/2014/main" id="{AB9EFCC0-C40E-4852-D195-224753345EC6}"/>
              </a:ext>
            </a:extLst>
          </p:cNvPr>
          <p:cNvGrpSpPr/>
          <p:nvPr/>
        </p:nvGrpSpPr>
        <p:grpSpPr>
          <a:xfrm>
            <a:off x="8992167" y="4797606"/>
            <a:ext cx="2021077" cy="844242"/>
            <a:chOff x="6777990" y="3710194"/>
            <a:chExt cx="1646915" cy="677382"/>
          </a:xfrm>
        </p:grpSpPr>
        <p:grpSp>
          <p:nvGrpSpPr>
            <p:cNvPr id="226" name="Google Shape;4237;p83">
              <a:extLst>
                <a:ext uri="{FF2B5EF4-FFF2-40B4-BE49-F238E27FC236}">
                  <a16:creationId xmlns:a16="http://schemas.microsoft.com/office/drawing/2014/main" id="{5D783A62-0B3D-6C9E-175F-766D6B8D6968}"/>
                </a:ext>
              </a:extLst>
            </p:cNvPr>
            <p:cNvGrpSpPr/>
            <p:nvPr/>
          </p:nvGrpSpPr>
          <p:grpSpPr>
            <a:xfrm>
              <a:off x="6777990" y="3874492"/>
              <a:ext cx="411129" cy="513083"/>
              <a:chOff x="6777990" y="3874492"/>
              <a:chExt cx="411129" cy="513083"/>
            </a:xfrm>
          </p:grpSpPr>
          <p:cxnSp>
            <p:nvCxnSpPr>
              <p:cNvPr id="236" name="Google Shape;4238;p83">
                <a:extLst>
                  <a:ext uri="{FF2B5EF4-FFF2-40B4-BE49-F238E27FC236}">
                    <a16:creationId xmlns:a16="http://schemas.microsoft.com/office/drawing/2014/main" id="{76CC0207-529B-CEE6-F86B-09FF57D8A61A}"/>
                  </a:ext>
                </a:extLst>
              </p:cNvPr>
              <p:cNvCxnSpPr/>
              <p:nvPr/>
            </p:nvCxnSpPr>
            <p:spPr>
              <a:xfrm>
                <a:off x="6977019"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237" name="Google Shape;4239;p83">
                <a:extLst>
                  <a:ext uri="{FF2B5EF4-FFF2-40B4-BE49-F238E27FC236}">
                    <a16:creationId xmlns:a16="http://schemas.microsoft.com/office/drawing/2014/main" id="{1C41B642-1B61-4C38-643D-792EC3FD6CD5}"/>
                  </a:ext>
                </a:extLst>
              </p:cNvPr>
              <p:cNvSpPr/>
              <p:nvPr/>
            </p:nvSpPr>
            <p:spPr>
              <a:xfrm>
                <a:off x="6777990"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 name="Google Shape;4240;p83">
              <a:extLst>
                <a:ext uri="{FF2B5EF4-FFF2-40B4-BE49-F238E27FC236}">
                  <a16:creationId xmlns:a16="http://schemas.microsoft.com/office/drawing/2014/main" id="{90A5EDE6-FA3E-4B9B-FE18-58ACC317D147}"/>
                </a:ext>
              </a:extLst>
            </p:cNvPr>
            <p:cNvGrpSpPr/>
            <p:nvPr/>
          </p:nvGrpSpPr>
          <p:grpSpPr>
            <a:xfrm>
              <a:off x="7188425" y="3710194"/>
              <a:ext cx="411123" cy="520535"/>
              <a:chOff x="7188425" y="3710194"/>
              <a:chExt cx="411123" cy="520535"/>
            </a:xfrm>
          </p:grpSpPr>
          <p:cxnSp>
            <p:nvCxnSpPr>
              <p:cNvPr id="234" name="Google Shape;4241;p83">
                <a:extLst>
                  <a:ext uri="{FF2B5EF4-FFF2-40B4-BE49-F238E27FC236}">
                    <a16:creationId xmlns:a16="http://schemas.microsoft.com/office/drawing/2014/main" id="{DC46F027-0566-5038-3109-7126B694B478}"/>
                  </a:ext>
                </a:extLst>
              </p:cNvPr>
              <p:cNvCxnSpPr/>
              <p:nvPr/>
            </p:nvCxnSpPr>
            <p:spPr>
              <a:xfrm rot="10800000">
                <a:off x="7393988" y="3710194"/>
                <a:ext cx="0" cy="170700"/>
              </a:xfrm>
              <a:prstGeom prst="straightConnector1">
                <a:avLst/>
              </a:prstGeom>
              <a:noFill/>
              <a:ln w="19050" cap="flat" cmpd="sng">
                <a:solidFill>
                  <a:srgbClr val="A5B7C6"/>
                </a:solidFill>
                <a:prstDash val="solid"/>
                <a:round/>
                <a:headEnd type="none" w="med" len="med"/>
                <a:tailEnd type="diamond" w="med" len="med"/>
              </a:ln>
            </p:spPr>
          </p:cxnSp>
          <p:sp>
            <p:nvSpPr>
              <p:cNvPr id="235" name="Google Shape;4242;p83">
                <a:extLst>
                  <a:ext uri="{FF2B5EF4-FFF2-40B4-BE49-F238E27FC236}">
                    <a16:creationId xmlns:a16="http://schemas.microsoft.com/office/drawing/2014/main" id="{2566B086-E440-6034-C207-C257FB2A49C2}"/>
                  </a:ext>
                </a:extLst>
              </p:cNvPr>
              <p:cNvSpPr/>
              <p:nvPr/>
            </p:nvSpPr>
            <p:spPr>
              <a:xfrm>
                <a:off x="7188425" y="3874492"/>
                <a:ext cx="411123" cy="356237"/>
              </a:xfrm>
              <a:custGeom>
                <a:avLst/>
                <a:gdLst/>
                <a:ahLst/>
                <a:cxnLst/>
                <a:rect l="l" t="t" r="r" b="b"/>
                <a:pathLst>
                  <a:path w="69271" h="60023" extrusionOk="0">
                    <a:moveTo>
                      <a:pt x="17274" y="0"/>
                    </a:moveTo>
                    <a:lnTo>
                      <a:pt x="0" y="30011"/>
                    </a:lnTo>
                    <a:lnTo>
                      <a:pt x="17274"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4243;p83">
              <a:extLst>
                <a:ext uri="{FF2B5EF4-FFF2-40B4-BE49-F238E27FC236}">
                  <a16:creationId xmlns:a16="http://schemas.microsoft.com/office/drawing/2014/main" id="{B5DCDF48-6D13-60CF-0BD4-F9E919D3CD70}"/>
                </a:ext>
              </a:extLst>
            </p:cNvPr>
            <p:cNvGrpSpPr/>
            <p:nvPr/>
          </p:nvGrpSpPr>
          <p:grpSpPr>
            <a:xfrm>
              <a:off x="7603341" y="3874492"/>
              <a:ext cx="411474" cy="513083"/>
              <a:chOff x="7603341" y="3874492"/>
              <a:chExt cx="411474" cy="513083"/>
            </a:xfrm>
          </p:grpSpPr>
          <p:cxnSp>
            <p:nvCxnSpPr>
              <p:cNvPr id="232" name="Google Shape;4244;p83">
                <a:extLst>
                  <a:ext uri="{FF2B5EF4-FFF2-40B4-BE49-F238E27FC236}">
                    <a16:creationId xmlns:a16="http://schemas.microsoft.com/office/drawing/2014/main" id="{D96C8E75-420D-2B4C-FFA6-6B806C14484E}"/>
                  </a:ext>
                </a:extLst>
              </p:cNvPr>
              <p:cNvCxnSpPr/>
              <p:nvPr/>
            </p:nvCxnSpPr>
            <p:spPr>
              <a:xfrm>
                <a:off x="7809095"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233" name="Google Shape;4245;p83">
                <a:extLst>
                  <a:ext uri="{FF2B5EF4-FFF2-40B4-BE49-F238E27FC236}">
                    <a16:creationId xmlns:a16="http://schemas.microsoft.com/office/drawing/2014/main" id="{BF3EA748-4481-E6C6-0FDE-A83DC9D327DE}"/>
                  </a:ext>
                </a:extLst>
              </p:cNvPr>
              <p:cNvSpPr/>
              <p:nvPr/>
            </p:nvSpPr>
            <p:spPr>
              <a:xfrm>
                <a:off x="7603341" y="3874492"/>
                <a:ext cx="411474" cy="356237"/>
              </a:xfrm>
              <a:custGeom>
                <a:avLst/>
                <a:gdLst/>
                <a:ahLst/>
                <a:cxnLst/>
                <a:rect l="l" t="t" r="r" b="b"/>
                <a:pathLst>
                  <a:path w="69330" h="60023" extrusionOk="0">
                    <a:moveTo>
                      <a:pt x="17333" y="0"/>
                    </a:moveTo>
                    <a:lnTo>
                      <a:pt x="1" y="30011"/>
                    </a:lnTo>
                    <a:lnTo>
                      <a:pt x="17333" y="60023"/>
                    </a:lnTo>
                    <a:lnTo>
                      <a:pt x="51998" y="60023"/>
                    </a:lnTo>
                    <a:lnTo>
                      <a:pt x="69330" y="30011"/>
                    </a:lnTo>
                    <a:lnTo>
                      <a:pt x="51998"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4246;p83">
              <a:extLst>
                <a:ext uri="{FF2B5EF4-FFF2-40B4-BE49-F238E27FC236}">
                  <a16:creationId xmlns:a16="http://schemas.microsoft.com/office/drawing/2014/main" id="{BA640EF9-4890-F35E-1FED-B317390A27CB}"/>
                </a:ext>
              </a:extLst>
            </p:cNvPr>
            <p:cNvGrpSpPr/>
            <p:nvPr/>
          </p:nvGrpSpPr>
          <p:grpSpPr>
            <a:xfrm>
              <a:off x="8013776" y="3722847"/>
              <a:ext cx="411129" cy="507881"/>
              <a:chOff x="8013776" y="3722847"/>
              <a:chExt cx="411129" cy="507881"/>
            </a:xfrm>
          </p:grpSpPr>
          <p:cxnSp>
            <p:nvCxnSpPr>
              <p:cNvPr id="230" name="Google Shape;4247;p83">
                <a:extLst>
                  <a:ext uri="{FF2B5EF4-FFF2-40B4-BE49-F238E27FC236}">
                    <a16:creationId xmlns:a16="http://schemas.microsoft.com/office/drawing/2014/main" id="{A9F04F32-C2F8-C832-C509-9F678AB2AEDA}"/>
                  </a:ext>
                </a:extLst>
              </p:cNvPr>
              <p:cNvCxnSpPr/>
              <p:nvPr/>
            </p:nvCxnSpPr>
            <p:spPr>
              <a:xfrm rot="10800000">
                <a:off x="8219339" y="3722847"/>
                <a:ext cx="0" cy="169800"/>
              </a:xfrm>
              <a:prstGeom prst="straightConnector1">
                <a:avLst/>
              </a:prstGeom>
              <a:noFill/>
              <a:ln w="19050" cap="flat" cmpd="sng">
                <a:solidFill>
                  <a:srgbClr val="A5B7C6"/>
                </a:solidFill>
                <a:prstDash val="solid"/>
                <a:round/>
                <a:headEnd type="none" w="med" len="med"/>
                <a:tailEnd type="diamond" w="med" len="med"/>
              </a:ln>
            </p:spPr>
          </p:cxnSp>
          <p:sp>
            <p:nvSpPr>
              <p:cNvPr id="231" name="Google Shape;4248;p83">
                <a:extLst>
                  <a:ext uri="{FF2B5EF4-FFF2-40B4-BE49-F238E27FC236}">
                    <a16:creationId xmlns:a16="http://schemas.microsoft.com/office/drawing/2014/main" id="{94A63041-3FE5-CB5A-54A3-C144634B0959}"/>
                  </a:ext>
                </a:extLst>
              </p:cNvPr>
              <p:cNvSpPr/>
              <p:nvPr/>
            </p:nvSpPr>
            <p:spPr>
              <a:xfrm>
                <a:off x="8013776"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8" name="Google Shape;4249;p83">
            <a:extLst>
              <a:ext uri="{FF2B5EF4-FFF2-40B4-BE49-F238E27FC236}">
                <a16:creationId xmlns:a16="http://schemas.microsoft.com/office/drawing/2014/main" id="{2CF37CAA-5604-A206-54DB-5A0E2E393BB7}"/>
              </a:ext>
            </a:extLst>
          </p:cNvPr>
          <p:cNvGrpSpPr/>
          <p:nvPr/>
        </p:nvGrpSpPr>
        <p:grpSpPr>
          <a:xfrm>
            <a:off x="6972849" y="3724295"/>
            <a:ext cx="1816687" cy="1324320"/>
            <a:chOff x="5190863" y="2824811"/>
            <a:chExt cx="1544860" cy="1108869"/>
          </a:xfrm>
        </p:grpSpPr>
        <p:grpSp>
          <p:nvGrpSpPr>
            <p:cNvPr id="239" name="Google Shape;4250;p83">
              <a:extLst>
                <a:ext uri="{FF2B5EF4-FFF2-40B4-BE49-F238E27FC236}">
                  <a16:creationId xmlns:a16="http://schemas.microsoft.com/office/drawing/2014/main" id="{7A5A118E-63F1-2274-62E4-8FC17AAC3856}"/>
                </a:ext>
              </a:extLst>
            </p:cNvPr>
            <p:cNvGrpSpPr/>
            <p:nvPr/>
          </p:nvGrpSpPr>
          <p:grpSpPr>
            <a:xfrm>
              <a:off x="5938695" y="3176919"/>
              <a:ext cx="685761" cy="404739"/>
              <a:chOff x="5938695" y="3176919"/>
              <a:chExt cx="685761" cy="404739"/>
            </a:xfrm>
          </p:grpSpPr>
          <p:grpSp>
            <p:nvGrpSpPr>
              <p:cNvPr id="258" name="Google Shape;4251;p83">
                <a:extLst>
                  <a:ext uri="{FF2B5EF4-FFF2-40B4-BE49-F238E27FC236}">
                    <a16:creationId xmlns:a16="http://schemas.microsoft.com/office/drawing/2014/main" id="{745FB84F-0863-9E5B-F975-1E3419315FE0}"/>
                  </a:ext>
                </a:extLst>
              </p:cNvPr>
              <p:cNvGrpSpPr/>
              <p:nvPr/>
            </p:nvGrpSpPr>
            <p:grpSpPr>
              <a:xfrm>
                <a:off x="5938695" y="3176919"/>
                <a:ext cx="685761" cy="404739"/>
                <a:chOff x="5938695" y="3176919"/>
                <a:chExt cx="685761" cy="404739"/>
              </a:xfrm>
            </p:grpSpPr>
            <p:sp>
              <p:nvSpPr>
                <p:cNvPr id="260" name="Google Shape;4252;p83">
                  <a:extLst>
                    <a:ext uri="{FF2B5EF4-FFF2-40B4-BE49-F238E27FC236}">
                      <a16:creationId xmlns:a16="http://schemas.microsoft.com/office/drawing/2014/main" id="{E50FC488-0F4B-8FC0-0A64-10611B757B77}"/>
                    </a:ext>
                  </a:extLst>
                </p:cNvPr>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4253;p83">
                  <a:extLst>
                    <a:ext uri="{FF2B5EF4-FFF2-40B4-BE49-F238E27FC236}">
                      <a16:creationId xmlns:a16="http://schemas.microsoft.com/office/drawing/2014/main" id="{B48B0ABD-77DA-11DB-9A87-75CF4E4FCFA8}"/>
                    </a:ext>
                  </a:extLst>
                </p:cNvPr>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 name="Google Shape;4254;p83">
                <a:extLst>
                  <a:ext uri="{FF2B5EF4-FFF2-40B4-BE49-F238E27FC236}">
                    <a16:creationId xmlns:a16="http://schemas.microsoft.com/office/drawing/2014/main" id="{040BD3F3-87D9-D4AC-D39A-B341A78B2623}"/>
                  </a:ext>
                </a:extLst>
              </p:cNvPr>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4255;p83">
              <a:extLst>
                <a:ext uri="{FF2B5EF4-FFF2-40B4-BE49-F238E27FC236}">
                  <a16:creationId xmlns:a16="http://schemas.microsoft.com/office/drawing/2014/main" id="{D5FD536E-C515-7D0E-253C-21E443471559}"/>
                </a:ext>
              </a:extLst>
            </p:cNvPr>
            <p:cNvGrpSpPr/>
            <p:nvPr/>
          </p:nvGrpSpPr>
          <p:grpSpPr>
            <a:xfrm>
              <a:off x="5305233" y="3176835"/>
              <a:ext cx="685971" cy="404655"/>
              <a:chOff x="5305233" y="3176835"/>
              <a:chExt cx="685971" cy="404655"/>
            </a:xfrm>
          </p:grpSpPr>
          <p:grpSp>
            <p:nvGrpSpPr>
              <p:cNvPr id="254" name="Google Shape;4256;p83">
                <a:extLst>
                  <a:ext uri="{FF2B5EF4-FFF2-40B4-BE49-F238E27FC236}">
                    <a16:creationId xmlns:a16="http://schemas.microsoft.com/office/drawing/2014/main" id="{442F6A7F-6FB2-7FD9-3BFE-3190649D8A36}"/>
                  </a:ext>
                </a:extLst>
              </p:cNvPr>
              <p:cNvGrpSpPr/>
              <p:nvPr/>
            </p:nvGrpSpPr>
            <p:grpSpPr>
              <a:xfrm>
                <a:off x="5305233" y="3176835"/>
                <a:ext cx="685971" cy="404655"/>
                <a:chOff x="5305233" y="3176835"/>
                <a:chExt cx="685971" cy="404655"/>
              </a:xfrm>
            </p:grpSpPr>
            <p:sp>
              <p:nvSpPr>
                <p:cNvPr id="256" name="Google Shape;4257;p83">
                  <a:extLst>
                    <a:ext uri="{FF2B5EF4-FFF2-40B4-BE49-F238E27FC236}">
                      <a16:creationId xmlns:a16="http://schemas.microsoft.com/office/drawing/2014/main" id="{6B2717D2-6BD3-BCA3-7C57-ADB638C44164}"/>
                    </a:ext>
                  </a:extLst>
                </p:cNvPr>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4258;p83">
                  <a:extLst>
                    <a:ext uri="{FF2B5EF4-FFF2-40B4-BE49-F238E27FC236}">
                      <a16:creationId xmlns:a16="http://schemas.microsoft.com/office/drawing/2014/main" id="{776F1242-3112-9CA4-CDB8-252C93A7915B}"/>
                    </a:ext>
                  </a:extLst>
                </p:cNvPr>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5" name="Google Shape;4259;p83">
                <a:extLst>
                  <a:ext uri="{FF2B5EF4-FFF2-40B4-BE49-F238E27FC236}">
                    <a16:creationId xmlns:a16="http://schemas.microsoft.com/office/drawing/2014/main" id="{3059530C-374F-84AD-D8A5-2AF814FB043C}"/>
                  </a:ext>
                </a:extLst>
              </p:cNvPr>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 name="Google Shape;4260;p83">
              <a:extLst>
                <a:ext uri="{FF2B5EF4-FFF2-40B4-BE49-F238E27FC236}">
                  <a16:creationId xmlns:a16="http://schemas.microsoft.com/office/drawing/2014/main" id="{CED8D57F-7694-8440-E30B-6CC74FA93DF0}"/>
                </a:ext>
              </a:extLst>
            </p:cNvPr>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4261;p83">
              <a:extLst>
                <a:ext uri="{FF2B5EF4-FFF2-40B4-BE49-F238E27FC236}">
                  <a16:creationId xmlns:a16="http://schemas.microsoft.com/office/drawing/2014/main" id="{07AF3A22-B7B3-EC17-5B3B-6A04B46CE1B5}"/>
                </a:ext>
              </a:extLst>
            </p:cNvPr>
            <p:cNvGrpSpPr/>
            <p:nvPr/>
          </p:nvGrpSpPr>
          <p:grpSpPr>
            <a:xfrm>
              <a:off x="5657361" y="2824811"/>
              <a:ext cx="1078361" cy="404655"/>
              <a:chOff x="5657361" y="2824811"/>
              <a:chExt cx="1078361" cy="404655"/>
            </a:xfrm>
          </p:grpSpPr>
          <p:grpSp>
            <p:nvGrpSpPr>
              <p:cNvPr id="248" name="Google Shape;4262;p83">
                <a:extLst>
                  <a:ext uri="{FF2B5EF4-FFF2-40B4-BE49-F238E27FC236}">
                    <a16:creationId xmlns:a16="http://schemas.microsoft.com/office/drawing/2014/main" id="{E1FD6D67-374C-A848-D270-1B9BD8517568}"/>
                  </a:ext>
                </a:extLst>
              </p:cNvPr>
              <p:cNvGrpSpPr/>
              <p:nvPr/>
            </p:nvGrpSpPr>
            <p:grpSpPr>
              <a:xfrm>
                <a:off x="5657361" y="2824811"/>
                <a:ext cx="1078361" cy="404655"/>
                <a:chOff x="5657361" y="2824811"/>
                <a:chExt cx="1078361" cy="404655"/>
              </a:xfrm>
            </p:grpSpPr>
            <p:grpSp>
              <p:nvGrpSpPr>
                <p:cNvPr id="250" name="Google Shape;4263;p83">
                  <a:extLst>
                    <a:ext uri="{FF2B5EF4-FFF2-40B4-BE49-F238E27FC236}">
                      <a16:creationId xmlns:a16="http://schemas.microsoft.com/office/drawing/2014/main" id="{5CD0DD23-379F-1DCC-112B-B905DC0D7D02}"/>
                    </a:ext>
                  </a:extLst>
                </p:cNvPr>
                <p:cNvGrpSpPr/>
                <p:nvPr/>
              </p:nvGrpSpPr>
              <p:grpSpPr>
                <a:xfrm>
                  <a:off x="5938485" y="2824811"/>
                  <a:ext cx="797237" cy="404655"/>
                  <a:chOff x="5938485" y="2824811"/>
                  <a:chExt cx="797237" cy="404655"/>
                </a:xfrm>
              </p:grpSpPr>
              <p:sp>
                <p:nvSpPr>
                  <p:cNvPr id="252" name="Google Shape;4264;p83">
                    <a:extLst>
                      <a:ext uri="{FF2B5EF4-FFF2-40B4-BE49-F238E27FC236}">
                        <a16:creationId xmlns:a16="http://schemas.microsoft.com/office/drawing/2014/main" id="{264AADBF-6FE0-DF9E-29C3-D0B7BEDD7E67}"/>
                      </a:ext>
                    </a:extLst>
                  </p:cNvPr>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4265;p83">
                    <a:extLst>
                      <a:ext uri="{FF2B5EF4-FFF2-40B4-BE49-F238E27FC236}">
                        <a16:creationId xmlns:a16="http://schemas.microsoft.com/office/drawing/2014/main" id="{493DDCA8-6D11-7160-70F6-6097A6D44108}"/>
                      </a:ext>
                    </a:extLst>
                  </p:cNvPr>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 name="Google Shape;4266;p83">
                  <a:extLst>
                    <a:ext uri="{FF2B5EF4-FFF2-40B4-BE49-F238E27FC236}">
                      <a16:creationId xmlns:a16="http://schemas.microsoft.com/office/drawing/2014/main" id="{362CDD12-C33C-904D-E071-8AE7F9003094}"/>
                    </a:ext>
                  </a:extLst>
                </p:cNvPr>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 name="Google Shape;4267;p83">
                <a:extLst>
                  <a:ext uri="{FF2B5EF4-FFF2-40B4-BE49-F238E27FC236}">
                    <a16:creationId xmlns:a16="http://schemas.microsoft.com/office/drawing/2014/main" id="{18761180-A81B-C584-B840-4744067536DD}"/>
                  </a:ext>
                </a:extLst>
              </p:cNvPr>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4268;p83">
              <a:extLst>
                <a:ext uri="{FF2B5EF4-FFF2-40B4-BE49-F238E27FC236}">
                  <a16:creationId xmlns:a16="http://schemas.microsoft.com/office/drawing/2014/main" id="{75DD9746-658A-7A55-2EDF-90B43855056B}"/>
                </a:ext>
              </a:extLst>
            </p:cNvPr>
            <p:cNvGrpSpPr/>
            <p:nvPr/>
          </p:nvGrpSpPr>
          <p:grpSpPr>
            <a:xfrm>
              <a:off x="5190863" y="3528942"/>
              <a:ext cx="1078026" cy="404739"/>
              <a:chOff x="5190863" y="3528942"/>
              <a:chExt cx="1078026" cy="404739"/>
            </a:xfrm>
          </p:grpSpPr>
          <p:sp>
            <p:nvSpPr>
              <p:cNvPr id="244" name="Google Shape;4269;p83">
                <a:extLst>
                  <a:ext uri="{FF2B5EF4-FFF2-40B4-BE49-F238E27FC236}">
                    <a16:creationId xmlns:a16="http://schemas.microsoft.com/office/drawing/2014/main" id="{30295908-6726-EEA7-C3C9-AF76A01D758D}"/>
                  </a:ext>
                </a:extLst>
              </p:cNvPr>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4270;p83">
                <a:extLst>
                  <a:ext uri="{FF2B5EF4-FFF2-40B4-BE49-F238E27FC236}">
                    <a16:creationId xmlns:a16="http://schemas.microsoft.com/office/drawing/2014/main" id="{94DD0BD6-7014-718E-43DD-E53D383B9D1A}"/>
                  </a:ext>
                </a:extLst>
              </p:cNvPr>
              <p:cNvGrpSpPr/>
              <p:nvPr/>
            </p:nvGrpSpPr>
            <p:grpSpPr>
              <a:xfrm>
                <a:off x="5190863" y="3528942"/>
                <a:ext cx="1078026" cy="404739"/>
                <a:chOff x="5190863" y="3528942"/>
                <a:chExt cx="1078026" cy="404739"/>
              </a:xfrm>
            </p:grpSpPr>
            <p:sp>
              <p:nvSpPr>
                <p:cNvPr id="246" name="Google Shape;4271;p83">
                  <a:extLst>
                    <a:ext uri="{FF2B5EF4-FFF2-40B4-BE49-F238E27FC236}">
                      <a16:creationId xmlns:a16="http://schemas.microsoft.com/office/drawing/2014/main" id="{1A0166AA-7DCE-4CE3-8112-FFBDE0C9B23C}"/>
                    </a:ext>
                  </a:extLst>
                </p:cNvPr>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4272;p83">
                  <a:extLst>
                    <a:ext uri="{FF2B5EF4-FFF2-40B4-BE49-F238E27FC236}">
                      <a16:creationId xmlns:a16="http://schemas.microsoft.com/office/drawing/2014/main" id="{213D22B4-7B35-994A-849E-B8B4A35C41A6}"/>
                    </a:ext>
                  </a:extLst>
                </p:cNvPr>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62" name="Google Shape;4273;p83">
            <a:extLst>
              <a:ext uri="{FF2B5EF4-FFF2-40B4-BE49-F238E27FC236}">
                <a16:creationId xmlns:a16="http://schemas.microsoft.com/office/drawing/2014/main" id="{85E2AC02-FFA2-BAAC-AA8A-168448331D31}"/>
              </a:ext>
            </a:extLst>
          </p:cNvPr>
          <p:cNvGrpSpPr/>
          <p:nvPr/>
        </p:nvGrpSpPr>
        <p:grpSpPr>
          <a:xfrm>
            <a:off x="1179961" y="1861568"/>
            <a:ext cx="1388454" cy="1141210"/>
            <a:chOff x="803162" y="1474292"/>
            <a:chExt cx="1086719" cy="879487"/>
          </a:xfrm>
        </p:grpSpPr>
        <p:grpSp>
          <p:nvGrpSpPr>
            <p:cNvPr id="263" name="Google Shape;4274;p83">
              <a:extLst>
                <a:ext uri="{FF2B5EF4-FFF2-40B4-BE49-F238E27FC236}">
                  <a16:creationId xmlns:a16="http://schemas.microsoft.com/office/drawing/2014/main" id="{3C6AC005-BDBB-7DCC-F85E-9909DC47E875}"/>
                </a:ext>
              </a:extLst>
            </p:cNvPr>
            <p:cNvGrpSpPr/>
            <p:nvPr/>
          </p:nvGrpSpPr>
          <p:grpSpPr>
            <a:xfrm>
              <a:off x="803162" y="1625948"/>
              <a:ext cx="445856" cy="576579"/>
              <a:chOff x="803162" y="1625948"/>
              <a:chExt cx="445856" cy="576579"/>
            </a:xfrm>
          </p:grpSpPr>
          <p:sp>
            <p:nvSpPr>
              <p:cNvPr id="291" name="Google Shape;4275;p83">
                <a:extLst>
                  <a:ext uri="{FF2B5EF4-FFF2-40B4-BE49-F238E27FC236}">
                    <a16:creationId xmlns:a16="http://schemas.microsoft.com/office/drawing/2014/main" id="{AD52DD82-1445-9FF4-0087-6B9989E3F9EA}"/>
                  </a:ext>
                </a:extLst>
              </p:cNvPr>
              <p:cNvSpPr/>
              <p:nvPr/>
            </p:nvSpPr>
            <p:spPr>
              <a:xfrm>
                <a:off x="803162" y="1847356"/>
                <a:ext cx="133646" cy="13386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2" name="Google Shape;4276;p83">
                <a:extLst>
                  <a:ext uri="{FF2B5EF4-FFF2-40B4-BE49-F238E27FC236}">
                    <a16:creationId xmlns:a16="http://schemas.microsoft.com/office/drawing/2014/main" id="{0AAB484D-4AA2-3CC8-5729-9E3E9B601FBE}"/>
                  </a:ext>
                </a:extLst>
              </p:cNvPr>
              <p:cNvGrpSpPr/>
              <p:nvPr/>
            </p:nvGrpSpPr>
            <p:grpSpPr>
              <a:xfrm>
                <a:off x="1056023" y="1625948"/>
                <a:ext cx="192995" cy="576579"/>
                <a:chOff x="1056023" y="1625948"/>
                <a:chExt cx="192995" cy="576579"/>
              </a:xfrm>
            </p:grpSpPr>
            <p:sp>
              <p:nvSpPr>
                <p:cNvPr id="293" name="Google Shape;4277;p83">
                  <a:extLst>
                    <a:ext uri="{FF2B5EF4-FFF2-40B4-BE49-F238E27FC236}">
                      <a16:creationId xmlns:a16="http://schemas.microsoft.com/office/drawing/2014/main" id="{C990E361-9492-12C2-5872-A797D3B0B59E}"/>
                    </a:ext>
                  </a:extLst>
                </p:cNvPr>
                <p:cNvSpPr/>
                <p:nvPr/>
              </p:nvSpPr>
              <p:spPr>
                <a:xfrm>
                  <a:off x="1066902" y="1914079"/>
                  <a:ext cx="167456" cy="269382"/>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4278;p83">
                  <a:extLst>
                    <a:ext uri="{FF2B5EF4-FFF2-40B4-BE49-F238E27FC236}">
                      <a16:creationId xmlns:a16="http://schemas.microsoft.com/office/drawing/2014/main" id="{73B8FE90-7C31-BC2B-E958-56D110A44B4D}"/>
                    </a:ext>
                  </a:extLst>
                </p:cNvPr>
                <p:cNvSpPr/>
                <p:nvPr/>
              </p:nvSpPr>
              <p:spPr>
                <a:xfrm>
                  <a:off x="1066902" y="1645136"/>
                  <a:ext cx="167456" cy="269382"/>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4279;p83">
                  <a:extLst>
                    <a:ext uri="{FF2B5EF4-FFF2-40B4-BE49-F238E27FC236}">
                      <a16:creationId xmlns:a16="http://schemas.microsoft.com/office/drawing/2014/main" id="{40BC40E4-74EA-3399-63CF-298D9AF5318D}"/>
                    </a:ext>
                  </a:extLst>
                </p:cNvPr>
                <p:cNvSpPr/>
                <p:nvPr/>
              </p:nvSpPr>
              <p:spPr>
                <a:xfrm>
                  <a:off x="1056023" y="1893872"/>
                  <a:ext cx="40644" cy="40644"/>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4280;p83">
                  <a:extLst>
                    <a:ext uri="{FF2B5EF4-FFF2-40B4-BE49-F238E27FC236}">
                      <a16:creationId xmlns:a16="http://schemas.microsoft.com/office/drawing/2014/main" id="{6F974B19-5CAE-E544-C0F4-6FB5239AE10C}"/>
                    </a:ext>
                  </a:extLst>
                </p:cNvPr>
                <p:cNvSpPr/>
                <p:nvPr/>
              </p:nvSpPr>
              <p:spPr>
                <a:xfrm>
                  <a:off x="1220365" y="2164199"/>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4281;p83">
                  <a:extLst>
                    <a:ext uri="{FF2B5EF4-FFF2-40B4-BE49-F238E27FC236}">
                      <a16:creationId xmlns:a16="http://schemas.microsoft.com/office/drawing/2014/main" id="{6E6AD059-B0AF-81E9-E0FD-3058880CE62B}"/>
                    </a:ext>
                  </a:extLst>
                </p:cNvPr>
                <p:cNvSpPr/>
                <p:nvPr/>
              </p:nvSpPr>
              <p:spPr>
                <a:xfrm>
                  <a:off x="1220365" y="1625948"/>
                  <a:ext cx="28654" cy="38467"/>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4" name="Google Shape;4282;p83">
              <a:extLst>
                <a:ext uri="{FF2B5EF4-FFF2-40B4-BE49-F238E27FC236}">
                  <a16:creationId xmlns:a16="http://schemas.microsoft.com/office/drawing/2014/main" id="{C9AF63B6-6B8F-A190-9126-2745DA415426}"/>
                </a:ext>
              </a:extLst>
            </p:cNvPr>
            <p:cNvGrpSpPr/>
            <p:nvPr/>
          </p:nvGrpSpPr>
          <p:grpSpPr>
            <a:xfrm>
              <a:off x="1371406" y="1474292"/>
              <a:ext cx="518475" cy="879487"/>
              <a:chOff x="1398231" y="1474292"/>
              <a:chExt cx="518475" cy="879487"/>
            </a:xfrm>
          </p:grpSpPr>
          <p:grpSp>
            <p:nvGrpSpPr>
              <p:cNvPr id="265" name="Google Shape;4283;p83">
                <a:extLst>
                  <a:ext uri="{FF2B5EF4-FFF2-40B4-BE49-F238E27FC236}">
                    <a16:creationId xmlns:a16="http://schemas.microsoft.com/office/drawing/2014/main" id="{135B3A87-4835-05DA-8617-A7C21D908041}"/>
                  </a:ext>
                </a:extLst>
              </p:cNvPr>
              <p:cNvGrpSpPr/>
              <p:nvPr/>
            </p:nvGrpSpPr>
            <p:grpSpPr>
              <a:xfrm>
                <a:off x="1398231" y="1474292"/>
                <a:ext cx="518475" cy="341643"/>
                <a:chOff x="1398231" y="1474292"/>
                <a:chExt cx="518475" cy="341643"/>
              </a:xfrm>
            </p:grpSpPr>
            <p:sp>
              <p:nvSpPr>
                <p:cNvPr id="279" name="Google Shape;4284;p83">
                  <a:extLst>
                    <a:ext uri="{FF2B5EF4-FFF2-40B4-BE49-F238E27FC236}">
                      <a16:creationId xmlns:a16="http://schemas.microsoft.com/office/drawing/2014/main" id="{9A78DE60-DE0A-A8CF-AEEB-FED245ED74CF}"/>
                    </a:ext>
                  </a:extLst>
                </p:cNvPr>
                <p:cNvSpPr/>
                <p:nvPr/>
              </p:nvSpPr>
              <p:spPr>
                <a:xfrm>
                  <a:off x="1398231" y="1595601"/>
                  <a:ext cx="102159" cy="99017"/>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 name="Google Shape;4285;p83">
                  <a:extLst>
                    <a:ext uri="{FF2B5EF4-FFF2-40B4-BE49-F238E27FC236}">
                      <a16:creationId xmlns:a16="http://schemas.microsoft.com/office/drawing/2014/main" id="{57332AC5-4336-B518-1CF1-3F1023D10A49}"/>
                    </a:ext>
                  </a:extLst>
                </p:cNvPr>
                <p:cNvGrpSpPr/>
                <p:nvPr/>
              </p:nvGrpSpPr>
              <p:grpSpPr>
                <a:xfrm>
                  <a:off x="1616453" y="1474292"/>
                  <a:ext cx="300253" cy="341643"/>
                  <a:chOff x="1616453" y="1475379"/>
                  <a:chExt cx="300253" cy="341643"/>
                </a:xfrm>
              </p:grpSpPr>
              <p:sp>
                <p:nvSpPr>
                  <p:cNvPr id="281" name="Google Shape;4286;p83">
                    <a:extLst>
                      <a:ext uri="{FF2B5EF4-FFF2-40B4-BE49-F238E27FC236}">
                        <a16:creationId xmlns:a16="http://schemas.microsoft.com/office/drawing/2014/main" id="{3E037110-C0A7-6F9F-D23F-AAAC6C20C5DD}"/>
                      </a:ext>
                    </a:extLst>
                  </p:cNvPr>
                  <p:cNvSpPr/>
                  <p:nvPr/>
                </p:nvSpPr>
                <p:spPr>
                  <a:xfrm>
                    <a:off x="1631387" y="1645136"/>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4287;p83">
                    <a:extLst>
                      <a:ext uri="{FF2B5EF4-FFF2-40B4-BE49-F238E27FC236}">
                        <a16:creationId xmlns:a16="http://schemas.microsoft.com/office/drawing/2014/main" id="{0C960901-FB2D-99B8-4052-5B28C52CA732}"/>
                      </a:ext>
                    </a:extLst>
                  </p:cNvPr>
                  <p:cNvSpPr/>
                  <p:nvPr/>
                </p:nvSpPr>
                <p:spPr>
                  <a:xfrm>
                    <a:off x="1716447" y="1509882"/>
                    <a:ext cx="82400" cy="61302"/>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4288;p83">
                    <a:extLst>
                      <a:ext uri="{FF2B5EF4-FFF2-40B4-BE49-F238E27FC236}">
                        <a16:creationId xmlns:a16="http://schemas.microsoft.com/office/drawing/2014/main" id="{05743A7A-1429-C832-E46A-5EADB030E6C6}"/>
                      </a:ext>
                    </a:extLst>
                  </p:cNvPr>
                  <p:cNvSpPr/>
                  <p:nvPr/>
                </p:nvSpPr>
                <p:spPr>
                  <a:xfrm>
                    <a:off x="1716447" y="1719091"/>
                    <a:ext cx="82400" cy="61076"/>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4289;p83">
                    <a:extLst>
                      <a:ext uri="{FF2B5EF4-FFF2-40B4-BE49-F238E27FC236}">
                        <a16:creationId xmlns:a16="http://schemas.microsoft.com/office/drawing/2014/main" id="{5E84EC33-5BA2-65BF-C633-17BACF1E34E5}"/>
                      </a:ext>
                    </a:extLst>
                  </p:cNvPr>
                  <p:cNvSpPr/>
                  <p:nvPr/>
                </p:nvSpPr>
                <p:spPr>
                  <a:xfrm>
                    <a:off x="1631387" y="1570955"/>
                    <a:ext cx="85283" cy="74185"/>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4290;p83">
                    <a:extLst>
                      <a:ext uri="{FF2B5EF4-FFF2-40B4-BE49-F238E27FC236}">
                        <a16:creationId xmlns:a16="http://schemas.microsoft.com/office/drawing/2014/main" id="{B76EAC48-1AF6-0568-F346-1E32C39A5634}"/>
                      </a:ext>
                    </a:extLst>
                  </p:cNvPr>
                  <p:cNvSpPr/>
                  <p:nvPr/>
                </p:nvSpPr>
                <p:spPr>
                  <a:xfrm>
                    <a:off x="1616453" y="1624776"/>
                    <a:ext cx="42868" cy="40717"/>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4291;p83">
                    <a:extLst>
                      <a:ext uri="{FF2B5EF4-FFF2-40B4-BE49-F238E27FC236}">
                        <a16:creationId xmlns:a16="http://schemas.microsoft.com/office/drawing/2014/main" id="{305B4658-956A-3584-8BBA-A88AAEE92384}"/>
                      </a:ext>
                    </a:extLst>
                  </p:cNvPr>
                  <p:cNvSpPr/>
                  <p:nvPr/>
                </p:nvSpPr>
                <p:spPr>
                  <a:xfrm>
                    <a:off x="1784849" y="1760975"/>
                    <a:ext cx="28654" cy="38467"/>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4292;p83">
                    <a:extLst>
                      <a:ext uri="{FF2B5EF4-FFF2-40B4-BE49-F238E27FC236}">
                        <a16:creationId xmlns:a16="http://schemas.microsoft.com/office/drawing/2014/main" id="{FE2ABE00-25C5-1A21-63DF-A9821FBF2F39}"/>
                      </a:ext>
                    </a:extLst>
                  </p:cNvPr>
                  <p:cNvSpPr/>
                  <p:nvPr/>
                </p:nvSpPr>
                <p:spPr>
                  <a:xfrm>
                    <a:off x="1784849" y="1490834"/>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 name="Google Shape;4293;p83">
                    <a:extLst>
                      <a:ext uri="{FF2B5EF4-FFF2-40B4-BE49-F238E27FC236}">
                        <a16:creationId xmlns:a16="http://schemas.microsoft.com/office/drawing/2014/main" id="{F08EDD95-2B3C-A98A-F2FD-21E7700AC28D}"/>
                      </a:ext>
                    </a:extLst>
                  </p:cNvPr>
                  <p:cNvGrpSpPr/>
                  <p:nvPr/>
                </p:nvGrpSpPr>
                <p:grpSpPr>
                  <a:xfrm>
                    <a:off x="1839639" y="1475379"/>
                    <a:ext cx="77067" cy="341643"/>
                    <a:chOff x="1839639" y="1475379"/>
                    <a:chExt cx="77067" cy="341643"/>
                  </a:xfrm>
                </p:grpSpPr>
                <p:sp>
                  <p:nvSpPr>
                    <p:cNvPr id="289" name="Google Shape;4294;p83">
                      <a:extLst>
                        <a:ext uri="{FF2B5EF4-FFF2-40B4-BE49-F238E27FC236}">
                          <a16:creationId xmlns:a16="http://schemas.microsoft.com/office/drawing/2014/main" id="{4338C2A2-B62E-1660-FFB8-3BEC115108CE}"/>
                        </a:ext>
                      </a:extLst>
                    </p:cNvPr>
                    <p:cNvSpPr/>
                    <p:nvPr/>
                  </p:nvSpPr>
                  <p:spPr>
                    <a:xfrm>
                      <a:off x="1839639" y="1745481"/>
                      <a:ext cx="77067" cy="7154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4295;p83">
                      <a:extLst>
                        <a:ext uri="{FF2B5EF4-FFF2-40B4-BE49-F238E27FC236}">
                          <a16:creationId xmlns:a16="http://schemas.microsoft.com/office/drawing/2014/main" id="{675BD4C0-FB2C-8C76-E358-D58F07A5F7BE}"/>
                        </a:ext>
                      </a:extLst>
                    </p:cNvPr>
                    <p:cNvSpPr/>
                    <p:nvPr/>
                  </p:nvSpPr>
                  <p:spPr>
                    <a:xfrm>
                      <a:off x="1839639" y="1475379"/>
                      <a:ext cx="77067" cy="71595"/>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66" name="Google Shape;4296;p83">
                <a:extLst>
                  <a:ext uri="{FF2B5EF4-FFF2-40B4-BE49-F238E27FC236}">
                    <a16:creationId xmlns:a16="http://schemas.microsoft.com/office/drawing/2014/main" id="{6BD47371-B9D6-D7AC-98A8-8E35B9A247B7}"/>
                  </a:ext>
                </a:extLst>
              </p:cNvPr>
              <p:cNvGrpSpPr/>
              <p:nvPr/>
            </p:nvGrpSpPr>
            <p:grpSpPr>
              <a:xfrm>
                <a:off x="1398451" y="2012951"/>
                <a:ext cx="518255" cy="340828"/>
                <a:chOff x="1398451" y="2012951"/>
                <a:chExt cx="518255" cy="340828"/>
              </a:xfrm>
            </p:grpSpPr>
            <p:sp>
              <p:nvSpPr>
                <p:cNvPr id="267" name="Google Shape;4297;p83">
                  <a:extLst>
                    <a:ext uri="{FF2B5EF4-FFF2-40B4-BE49-F238E27FC236}">
                      <a16:creationId xmlns:a16="http://schemas.microsoft.com/office/drawing/2014/main" id="{FF773D98-E036-F9E5-87DC-B24143BC89DF}"/>
                    </a:ext>
                  </a:extLst>
                </p:cNvPr>
                <p:cNvSpPr/>
                <p:nvPr/>
              </p:nvSpPr>
              <p:spPr>
                <a:xfrm>
                  <a:off x="1398451" y="2133928"/>
                  <a:ext cx="102166" cy="99017"/>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4298;p83">
                  <a:extLst>
                    <a:ext uri="{FF2B5EF4-FFF2-40B4-BE49-F238E27FC236}">
                      <a16:creationId xmlns:a16="http://schemas.microsoft.com/office/drawing/2014/main" id="{5087A499-504C-16BF-C29C-7D1E9E9DDD84}"/>
                    </a:ext>
                  </a:extLst>
                </p:cNvPr>
                <p:cNvGrpSpPr/>
                <p:nvPr/>
              </p:nvGrpSpPr>
              <p:grpSpPr>
                <a:xfrm>
                  <a:off x="1616453" y="2012951"/>
                  <a:ext cx="300253" cy="340828"/>
                  <a:chOff x="1616453" y="2013538"/>
                  <a:chExt cx="300253" cy="340828"/>
                </a:xfrm>
              </p:grpSpPr>
              <p:sp>
                <p:nvSpPr>
                  <p:cNvPr id="269" name="Google Shape;4299;p83">
                    <a:extLst>
                      <a:ext uri="{FF2B5EF4-FFF2-40B4-BE49-F238E27FC236}">
                        <a16:creationId xmlns:a16="http://schemas.microsoft.com/office/drawing/2014/main" id="{F0B2B6ED-9D64-1460-572D-0936ADA2DB8F}"/>
                      </a:ext>
                    </a:extLst>
                  </p:cNvPr>
                  <p:cNvSpPr/>
                  <p:nvPr/>
                </p:nvSpPr>
                <p:spPr>
                  <a:xfrm>
                    <a:off x="1631387" y="2183474"/>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4300;p83">
                    <a:extLst>
                      <a:ext uri="{FF2B5EF4-FFF2-40B4-BE49-F238E27FC236}">
                        <a16:creationId xmlns:a16="http://schemas.microsoft.com/office/drawing/2014/main" id="{56707574-C931-4749-A99C-521DC0A7B907}"/>
                      </a:ext>
                    </a:extLst>
                  </p:cNvPr>
                  <p:cNvSpPr/>
                  <p:nvPr/>
                </p:nvSpPr>
                <p:spPr>
                  <a:xfrm>
                    <a:off x="1716447" y="2048220"/>
                    <a:ext cx="82400" cy="61076"/>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4301;p83">
                    <a:extLst>
                      <a:ext uri="{FF2B5EF4-FFF2-40B4-BE49-F238E27FC236}">
                        <a16:creationId xmlns:a16="http://schemas.microsoft.com/office/drawing/2014/main" id="{9A8BAF2A-592C-55A3-E727-77BF23D71AE4}"/>
                      </a:ext>
                    </a:extLst>
                  </p:cNvPr>
                  <p:cNvSpPr/>
                  <p:nvPr/>
                </p:nvSpPr>
                <p:spPr>
                  <a:xfrm>
                    <a:off x="1716447" y="2257422"/>
                    <a:ext cx="82400" cy="61083"/>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4302;p83">
                    <a:extLst>
                      <a:ext uri="{FF2B5EF4-FFF2-40B4-BE49-F238E27FC236}">
                        <a16:creationId xmlns:a16="http://schemas.microsoft.com/office/drawing/2014/main" id="{568C6B34-8166-4DA8-F3D6-80FE6E1D801E}"/>
                      </a:ext>
                    </a:extLst>
                  </p:cNvPr>
                  <p:cNvSpPr/>
                  <p:nvPr/>
                </p:nvSpPr>
                <p:spPr>
                  <a:xfrm>
                    <a:off x="1631387" y="2109073"/>
                    <a:ext cx="85283" cy="74398"/>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4303;p83">
                    <a:extLst>
                      <a:ext uri="{FF2B5EF4-FFF2-40B4-BE49-F238E27FC236}">
                        <a16:creationId xmlns:a16="http://schemas.microsoft.com/office/drawing/2014/main" id="{45E43DF2-41E3-1614-F664-351756927724}"/>
                      </a:ext>
                    </a:extLst>
                  </p:cNvPr>
                  <p:cNvSpPr/>
                  <p:nvPr/>
                </p:nvSpPr>
                <p:spPr>
                  <a:xfrm>
                    <a:off x="1616453" y="2163114"/>
                    <a:ext cx="42868" cy="40491"/>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4304;p83">
                    <a:extLst>
                      <a:ext uri="{FF2B5EF4-FFF2-40B4-BE49-F238E27FC236}">
                        <a16:creationId xmlns:a16="http://schemas.microsoft.com/office/drawing/2014/main" id="{B490E23C-9498-A3F5-02EE-EF82F503D695}"/>
                      </a:ext>
                    </a:extLst>
                  </p:cNvPr>
                  <p:cNvSpPr/>
                  <p:nvPr/>
                </p:nvSpPr>
                <p:spPr>
                  <a:xfrm>
                    <a:off x="1784849" y="2299227"/>
                    <a:ext cx="28654" cy="3851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4305;p83">
                    <a:extLst>
                      <a:ext uri="{FF2B5EF4-FFF2-40B4-BE49-F238E27FC236}">
                        <a16:creationId xmlns:a16="http://schemas.microsoft.com/office/drawing/2014/main" id="{DC0C874E-8B7D-4B50-C57C-A729F2AA3C3D}"/>
                      </a:ext>
                    </a:extLst>
                  </p:cNvPr>
                  <p:cNvSpPr/>
                  <p:nvPr/>
                </p:nvSpPr>
                <p:spPr>
                  <a:xfrm>
                    <a:off x="1784849" y="2028946"/>
                    <a:ext cx="28654" cy="38547"/>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6" name="Google Shape;4306;p83">
                    <a:extLst>
                      <a:ext uri="{FF2B5EF4-FFF2-40B4-BE49-F238E27FC236}">
                        <a16:creationId xmlns:a16="http://schemas.microsoft.com/office/drawing/2014/main" id="{82A65217-C0E3-EFF3-907F-AD72FC39E755}"/>
                      </a:ext>
                    </a:extLst>
                  </p:cNvPr>
                  <p:cNvGrpSpPr/>
                  <p:nvPr/>
                </p:nvGrpSpPr>
                <p:grpSpPr>
                  <a:xfrm>
                    <a:off x="1839639" y="2013538"/>
                    <a:ext cx="77067" cy="340828"/>
                    <a:chOff x="1839639" y="2013538"/>
                    <a:chExt cx="77067" cy="340828"/>
                  </a:xfrm>
                </p:grpSpPr>
                <p:sp>
                  <p:nvSpPr>
                    <p:cNvPr id="277" name="Google Shape;4307;p83">
                      <a:extLst>
                        <a:ext uri="{FF2B5EF4-FFF2-40B4-BE49-F238E27FC236}">
                          <a16:creationId xmlns:a16="http://schemas.microsoft.com/office/drawing/2014/main" id="{5CFCC89F-79A9-4775-F5EF-4C697B04D4C9}"/>
                        </a:ext>
                      </a:extLst>
                    </p:cNvPr>
                    <p:cNvSpPr/>
                    <p:nvPr/>
                  </p:nvSpPr>
                  <p:spPr>
                    <a:xfrm>
                      <a:off x="1839639" y="2282618"/>
                      <a:ext cx="77067" cy="71748"/>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4308;p83">
                      <a:extLst>
                        <a:ext uri="{FF2B5EF4-FFF2-40B4-BE49-F238E27FC236}">
                          <a16:creationId xmlns:a16="http://schemas.microsoft.com/office/drawing/2014/main" id="{8AF66847-E560-3CF1-689C-1D63E53A809F}"/>
                        </a:ext>
                      </a:extLst>
                    </p:cNvPr>
                    <p:cNvSpPr/>
                    <p:nvPr/>
                  </p:nvSpPr>
                  <p:spPr>
                    <a:xfrm>
                      <a:off x="1839639" y="2013538"/>
                      <a:ext cx="77067" cy="7158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298" name="Google Shape;4309;p83">
            <a:extLst>
              <a:ext uri="{FF2B5EF4-FFF2-40B4-BE49-F238E27FC236}">
                <a16:creationId xmlns:a16="http://schemas.microsoft.com/office/drawing/2014/main" id="{F119500A-6C23-A413-B168-E98325C8A9D5}"/>
              </a:ext>
            </a:extLst>
          </p:cNvPr>
          <p:cNvGrpSpPr/>
          <p:nvPr/>
        </p:nvGrpSpPr>
        <p:grpSpPr>
          <a:xfrm>
            <a:off x="1175903" y="4626967"/>
            <a:ext cx="1748705" cy="886145"/>
            <a:chOff x="724986" y="3605478"/>
            <a:chExt cx="1368681" cy="682918"/>
          </a:xfrm>
        </p:grpSpPr>
        <p:grpSp>
          <p:nvGrpSpPr>
            <p:cNvPr id="299" name="Google Shape;4310;p83">
              <a:extLst>
                <a:ext uri="{FF2B5EF4-FFF2-40B4-BE49-F238E27FC236}">
                  <a16:creationId xmlns:a16="http://schemas.microsoft.com/office/drawing/2014/main" id="{0D4C8067-8E02-C6FC-0288-AB8CD29D220D}"/>
                </a:ext>
              </a:extLst>
            </p:cNvPr>
            <p:cNvGrpSpPr/>
            <p:nvPr/>
          </p:nvGrpSpPr>
          <p:grpSpPr>
            <a:xfrm>
              <a:off x="1289102" y="3823629"/>
              <a:ext cx="240442" cy="250435"/>
              <a:chOff x="-165066" y="3843615"/>
              <a:chExt cx="221259" cy="230455"/>
            </a:xfrm>
          </p:grpSpPr>
          <p:sp>
            <p:nvSpPr>
              <p:cNvPr id="365" name="Google Shape;4311;p83">
                <a:extLst>
                  <a:ext uri="{FF2B5EF4-FFF2-40B4-BE49-F238E27FC236}">
                    <a16:creationId xmlns:a16="http://schemas.microsoft.com/office/drawing/2014/main" id="{0A283C6F-05F8-462B-4960-115EA8DD80CF}"/>
                  </a:ext>
                </a:extLst>
              </p:cNvPr>
              <p:cNvSpPr/>
              <p:nvPr/>
            </p:nvSpPr>
            <p:spPr>
              <a:xfrm>
                <a:off x="-165066" y="3843615"/>
                <a:ext cx="106189" cy="230455"/>
              </a:xfrm>
              <a:custGeom>
                <a:avLst/>
                <a:gdLst/>
                <a:ahLst/>
                <a:cxnLst/>
                <a:rect l="l" t="t" r="r" b="b"/>
                <a:pathLst>
                  <a:path w="9076" h="19697" extrusionOk="0">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4312;p83">
                <a:extLst>
                  <a:ext uri="{FF2B5EF4-FFF2-40B4-BE49-F238E27FC236}">
                    <a16:creationId xmlns:a16="http://schemas.microsoft.com/office/drawing/2014/main" id="{BCE3E6C4-4AAF-8060-1B79-2CC2ABF83979}"/>
                  </a:ext>
                </a:extLst>
              </p:cNvPr>
              <p:cNvSpPr/>
              <p:nvPr/>
            </p:nvSpPr>
            <p:spPr>
              <a:xfrm>
                <a:off x="-100985" y="3906105"/>
                <a:ext cx="41804" cy="52708"/>
              </a:xfrm>
              <a:custGeom>
                <a:avLst/>
                <a:gdLst/>
                <a:ahLst/>
                <a:cxnLst/>
                <a:rect l="l" t="t" r="r" b="b"/>
                <a:pathLst>
                  <a:path w="3573" h="4505" fill="none" extrusionOk="0">
                    <a:moveTo>
                      <a:pt x="3573" y="1"/>
                    </a:moveTo>
                    <a:cubicBezTo>
                      <a:pt x="3573" y="1"/>
                      <a:pt x="1" y="221"/>
                      <a:pt x="997"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4313;p83">
                <a:extLst>
                  <a:ext uri="{FF2B5EF4-FFF2-40B4-BE49-F238E27FC236}">
                    <a16:creationId xmlns:a16="http://schemas.microsoft.com/office/drawing/2014/main" id="{68975A36-C93C-8C1A-BF74-831662704891}"/>
                  </a:ext>
                </a:extLst>
              </p:cNvPr>
              <p:cNvSpPr/>
              <p:nvPr/>
            </p:nvSpPr>
            <p:spPr>
              <a:xfrm>
                <a:off x="-86594" y="3875146"/>
                <a:ext cx="27296" cy="25717"/>
              </a:xfrm>
              <a:custGeom>
                <a:avLst/>
                <a:gdLst/>
                <a:ahLst/>
                <a:cxnLst/>
                <a:rect l="l" t="t" r="r" b="b"/>
                <a:pathLst>
                  <a:path w="2333" h="2198" fill="none" extrusionOk="0">
                    <a:moveTo>
                      <a:pt x="0" y="696"/>
                    </a:moveTo>
                    <a:cubicBezTo>
                      <a:pt x="0" y="696"/>
                      <a:pt x="2333" y="0"/>
                      <a:pt x="2333"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4314;p83">
                <a:extLst>
                  <a:ext uri="{FF2B5EF4-FFF2-40B4-BE49-F238E27FC236}">
                    <a16:creationId xmlns:a16="http://schemas.microsoft.com/office/drawing/2014/main" id="{7658D9A6-97B5-2CDB-6017-32B9CD7BB632}"/>
                  </a:ext>
                </a:extLst>
              </p:cNvPr>
              <p:cNvSpPr/>
              <p:nvPr/>
            </p:nvSpPr>
            <p:spPr>
              <a:xfrm>
                <a:off x="-113855" y="3879078"/>
                <a:ext cx="8986" cy="21785"/>
              </a:xfrm>
              <a:custGeom>
                <a:avLst/>
                <a:gdLst/>
                <a:ahLst/>
                <a:cxnLst/>
                <a:rect l="l" t="t" r="r" b="b"/>
                <a:pathLst>
                  <a:path w="768" h="1862" fill="none" extrusionOk="0">
                    <a:moveTo>
                      <a:pt x="1" y="1"/>
                    </a:moveTo>
                    <a:cubicBezTo>
                      <a:pt x="1" y="1"/>
                      <a:pt x="1" y="1056"/>
                      <a:pt x="768"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4315;p83">
                <a:extLst>
                  <a:ext uri="{FF2B5EF4-FFF2-40B4-BE49-F238E27FC236}">
                    <a16:creationId xmlns:a16="http://schemas.microsoft.com/office/drawing/2014/main" id="{E05503BD-5235-8BB1-2484-6A13898D1416}"/>
                  </a:ext>
                </a:extLst>
              </p:cNvPr>
              <p:cNvSpPr/>
              <p:nvPr/>
            </p:nvSpPr>
            <p:spPr>
              <a:xfrm>
                <a:off x="-148861" y="3908679"/>
                <a:ext cx="53340" cy="15538"/>
              </a:xfrm>
              <a:custGeom>
                <a:avLst/>
                <a:gdLst/>
                <a:ahLst/>
                <a:cxnLst/>
                <a:rect l="l" t="t" r="r" b="b"/>
                <a:pathLst>
                  <a:path w="4559" h="1328" fill="none" extrusionOk="0">
                    <a:moveTo>
                      <a:pt x="0" y="1030"/>
                    </a:moveTo>
                    <a:cubicBezTo>
                      <a:pt x="1301" y="1"/>
                      <a:pt x="2559" y="1327"/>
                      <a:pt x="2559" y="1327"/>
                    </a:cubicBezTo>
                    <a:cubicBezTo>
                      <a:pt x="2559" y="1327"/>
                      <a:pt x="2828" y="150"/>
                      <a:pt x="4559"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4316;p83">
                <a:extLst>
                  <a:ext uri="{FF2B5EF4-FFF2-40B4-BE49-F238E27FC236}">
                    <a16:creationId xmlns:a16="http://schemas.microsoft.com/office/drawing/2014/main" id="{385CB935-B23E-AF62-91AF-620031B8923A}"/>
                  </a:ext>
                </a:extLst>
              </p:cNvPr>
              <p:cNvSpPr/>
              <p:nvPr/>
            </p:nvSpPr>
            <p:spPr>
              <a:xfrm>
                <a:off x="-137430" y="3963493"/>
                <a:ext cx="28092" cy="51948"/>
              </a:xfrm>
              <a:custGeom>
                <a:avLst/>
                <a:gdLst/>
                <a:ahLst/>
                <a:cxnLst/>
                <a:rect l="l" t="t" r="r" b="b"/>
                <a:pathLst>
                  <a:path w="2401" h="4440" fill="none" extrusionOk="0">
                    <a:moveTo>
                      <a:pt x="10" y="4439"/>
                    </a:moveTo>
                    <a:cubicBezTo>
                      <a:pt x="10" y="4439"/>
                      <a:pt x="0" y="2220"/>
                      <a:pt x="1718" y="2437"/>
                    </a:cubicBezTo>
                    <a:cubicBezTo>
                      <a:pt x="1718" y="2437"/>
                      <a:pt x="828" y="1217"/>
                      <a:pt x="2401"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4317;p83">
                <a:extLst>
                  <a:ext uri="{FF2B5EF4-FFF2-40B4-BE49-F238E27FC236}">
                    <a16:creationId xmlns:a16="http://schemas.microsoft.com/office/drawing/2014/main" id="{FD944D7F-A524-1461-7CC4-FB3EAE48E39B}"/>
                  </a:ext>
                </a:extLst>
              </p:cNvPr>
              <p:cNvSpPr/>
              <p:nvPr/>
            </p:nvSpPr>
            <p:spPr>
              <a:xfrm>
                <a:off x="-122021" y="4015429"/>
                <a:ext cx="12461" cy="32374"/>
              </a:xfrm>
              <a:custGeom>
                <a:avLst/>
                <a:gdLst/>
                <a:ahLst/>
                <a:cxnLst/>
                <a:rect l="l" t="t" r="r" b="b"/>
                <a:pathLst>
                  <a:path w="1065" h="2767" fill="none" extrusionOk="0">
                    <a:moveTo>
                      <a:pt x="1064" y="0"/>
                    </a:moveTo>
                    <a:cubicBezTo>
                      <a:pt x="1064" y="0"/>
                      <a:pt x="0" y="1146"/>
                      <a:pt x="702"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4318;p83">
                <a:extLst>
                  <a:ext uri="{FF2B5EF4-FFF2-40B4-BE49-F238E27FC236}">
                    <a16:creationId xmlns:a16="http://schemas.microsoft.com/office/drawing/2014/main" id="{B0808224-C80D-29E0-AA4D-A693C1098ECA}"/>
                  </a:ext>
                </a:extLst>
              </p:cNvPr>
              <p:cNvSpPr/>
              <p:nvPr/>
            </p:nvSpPr>
            <p:spPr>
              <a:xfrm>
                <a:off x="-95533" y="4013124"/>
                <a:ext cx="36235" cy="21739"/>
              </a:xfrm>
              <a:custGeom>
                <a:avLst/>
                <a:gdLst/>
                <a:ahLst/>
                <a:cxnLst/>
                <a:rect l="l" t="t" r="r" b="b"/>
                <a:pathLst>
                  <a:path w="3097" h="1858" fill="none" extrusionOk="0">
                    <a:moveTo>
                      <a:pt x="3097" y="197"/>
                    </a:moveTo>
                    <a:cubicBezTo>
                      <a:pt x="1463" y="0"/>
                      <a:pt x="764" y="1579"/>
                      <a:pt x="764" y="1579"/>
                    </a:cubicBezTo>
                    <a:cubicBezTo>
                      <a:pt x="764" y="1579"/>
                      <a:pt x="334" y="1391"/>
                      <a:pt x="1"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4319;p83">
                <a:extLst>
                  <a:ext uri="{FF2B5EF4-FFF2-40B4-BE49-F238E27FC236}">
                    <a16:creationId xmlns:a16="http://schemas.microsoft.com/office/drawing/2014/main" id="{E7199A11-E834-C682-0168-FE8E2DB8E3D6}"/>
                  </a:ext>
                </a:extLst>
              </p:cNvPr>
              <p:cNvSpPr/>
              <p:nvPr/>
            </p:nvSpPr>
            <p:spPr>
              <a:xfrm>
                <a:off x="-123355" y="3941357"/>
                <a:ext cx="32000" cy="17913"/>
              </a:xfrm>
              <a:custGeom>
                <a:avLst/>
                <a:gdLst/>
                <a:ahLst/>
                <a:cxnLst/>
                <a:rect l="l" t="t" r="r" b="b"/>
                <a:pathLst>
                  <a:path w="2735" h="1531" fill="none" extrusionOk="0">
                    <a:moveTo>
                      <a:pt x="2735" y="0"/>
                    </a:moveTo>
                    <a:cubicBezTo>
                      <a:pt x="2735" y="0"/>
                      <a:pt x="1085" y="1530"/>
                      <a:pt x="1"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4320;p83">
                <a:extLst>
                  <a:ext uri="{FF2B5EF4-FFF2-40B4-BE49-F238E27FC236}">
                    <a16:creationId xmlns:a16="http://schemas.microsoft.com/office/drawing/2014/main" id="{D92599CB-829D-B7D3-A8D3-8108B3D46BEF}"/>
                  </a:ext>
                </a:extLst>
              </p:cNvPr>
              <p:cNvSpPr/>
              <p:nvPr/>
            </p:nvSpPr>
            <p:spPr>
              <a:xfrm>
                <a:off x="-91367" y="3973672"/>
                <a:ext cx="32070" cy="15807"/>
              </a:xfrm>
              <a:custGeom>
                <a:avLst/>
                <a:gdLst/>
                <a:ahLst/>
                <a:cxnLst/>
                <a:rect l="l" t="t" r="r" b="b"/>
                <a:pathLst>
                  <a:path w="2741" h="1351" fill="none" extrusionOk="0">
                    <a:moveTo>
                      <a:pt x="1" y="434"/>
                    </a:moveTo>
                    <a:cubicBezTo>
                      <a:pt x="1" y="434"/>
                      <a:pt x="1709" y="1"/>
                      <a:pt x="2741"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4321;p83">
                <a:extLst>
                  <a:ext uri="{FF2B5EF4-FFF2-40B4-BE49-F238E27FC236}">
                    <a16:creationId xmlns:a16="http://schemas.microsoft.com/office/drawing/2014/main" id="{5038EDAB-E9B6-EE9B-FBD9-8F1F1EEC3F99}"/>
                  </a:ext>
                </a:extLst>
              </p:cNvPr>
              <p:cNvSpPr/>
              <p:nvPr/>
            </p:nvSpPr>
            <p:spPr>
              <a:xfrm>
                <a:off x="-49996" y="3843615"/>
                <a:ext cx="106189" cy="230455"/>
              </a:xfrm>
              <a:custGeom>
                <a:avLst/>
                <a:gdLst/>
                <a:ahLst/>
                <a:cxnLst/>
                <a:rect l="l" t="t" r="r" b="b"/>
                <a:pathLst>
                  <a:path w="9076" h="19697" extrusionOk="0">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4322;p83">
                <a:extLst>
                  <a:ext uri="{FF2B5EF4-FFF2-40B4-BE49-F238E27FC236}">
                    <a16:creationId xmlns:a16="http://schemas.microsoft.com/office/drawing/2014/main" id="{B86A2EE0-028A-C903-9CDE-CA18D9FA6C42}"/>
                  </a:ext>
                </a:extLst>
              </p:cNvPr>
              <p:cNvSpPr/>
              <p:nvPr/>
            </p:nvSpPr>
            <p:spPr>
              <a:xfrm>
                <a:off x="-49692" y="3906105"/>
                <a:ext cx="41804" cy="52708"/>
              </a:xfrm>
              <a:custGeom>
                <a:avLst/>
                <a:gdLst/>
                <a:ahLst/>
                <a:cxnLst/>
                <a:rect l="l" t="t" r="r" b="b"/>
                <a:pathLst>
                  <a:path w="3573" h="4505" fill="none" extrusionOk="0">
                    <a:moveTo>
                      <a:pt x="1" y="1"/>
                    </a:moveTo>
                    <a:cubicBezTo>
                      <a:pt x="1" y="1"/>
                      <a:pt x="3572" y="221"/>
                      <a:pt x="2573"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4323;p83">
                <a:extLst>
                  <a:ext uri="{FF2B5EF4-FFF2-40B4-BE49-F238E27FC236}">
                    <a16:creationId xmlns:a16="http://schemas.microsoft.com/office/drawing/2014/main" id="{126C25D8-FA4B-56F1-9D05-CD099BB03B7B}"/>
                  </a:ext>
                </a:extLst>
              </p:cNvPr>
              <p:cNvSpPr/>
              <p:nvPr/>
            </p:nvSpPr>
            <p:spPr>
              <a:xfrm>
                <a:off x="-49575" y="3875146"/>
                <a:ext cx="27261" cy="25717"/>
              </a:xfrm>
              <a:custGeom>
                <a:avLst/>
                <a:gdLst/>
                <a:ahLst/>
                <a:cxnLst/>
                <a:rect l="l" t="t" r="r" b="b"/>
                <a:pathLst>
                  <a:path w="2330" h="2198" fill="none" extrusionOk="0">
                    <a:moveTo>
                      <a:pt x="2330" y="696"/>
                    </a:moveTo>
                    <a:cubicBezTo>
                      <a:pt x="2330" y="696"/>
                      <a:pt x="0" y="0"/>
                      <a:pt x="0"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4324;p83">
                <a:extLst>
                  <a:ext uri="{FF2B5EF4-FFF2-40B4-BE49-F238E27FC236}">
                    <a16:creationId xmlns:a16="http://schemas.microsoft.com/office/drawing/2014/main" id="{DC392EA9-D9BC-7D3D-40CD-DDB3156F4A81}"/>
                  </a:ext>
                </a:extLst>
              </p:cNvPr>
              <p:cNvSpPr/>
              <p:nvPr/>
            </p:nvSpPr>
            <p:spPr>
              <a:xfrm>
                <a:off x="-4003" y="3879078"/>
                <a:ext cx="8986" cy="21785"/>
              </a:xfrm>
              <a:custGeom>
                <a:avLst/>
                <a:gdLst/>
                <a:ahLst/>
                <a:cxnLst/>
                <a:rect l="l" t="t" r="r" b="b"/>
                <a:pathLst>
                  <a:path w="768" h="1862" fill="none" extrusionOk="0">
                    <a:moveTo>
                      <a:pt x="767" y="1"/>
                    </a:moveTo>
                    <a:cubicBezTo>
                      <a:pt x="767" y="1"/>
                      <a:pt x="767" y="1056"/>
                      <a:pt x="1"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4325;p83">
                <a:extLst>
                  <a:ext uri="{FF2B5EF4-FFF2-40B4-BE49-F238E27FC236}">
                    <a16:creationId xmlns:a16="http://schemas.microsoft.com/office/drawing/2014/main" id="{0E5E6583-E541-7605-5F61-70C518169D70}"/>
                  </a:ext>
                </a:extLst>
              </p:cNvPr>
              <p:cNvSpPr/>
              <p:nvPr/>
            </p:nvSpPr>
            <p:spPr>
              <a:xfrm>
                <a:off x="-13352" y="3908679"/>
                <a:ext cx="53352" cy="15538"/>
              </a:xfrm>
              <a:custGeom>
                <a:avLst/>
                <a:gdLst/>
                <a:ahLst/>
                <a:cxnLst/>
                <a:rect l="l" t="t" r="r" b="b"/>
                <a:pathLst>
                  <a:path w="4560" h="1328" fill="none" extrusionOk="0">
                    <a:moveTo>
                      <a:pt x="4559" y="1030"/>
                    </a:moveTo>
                    <a:cubicBezTo>
                      <a:pt x="3258" y="1"/>
                      <a:pt x="1997" y="1327"/>
                      <a:pt x="1997" y="1327"/>
                    </a:cubicBezTo>
                    <a:cubicBezTo>
                      <a:pt x="1997" y="1327"/>
                      <a:pt x="1731" y="150"/>
                      <a:pt x="1"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4326;p83">
                <a:extLst>
                  <a:ext uri="{FF2B5EF4-FFF2-40B4-BE49-F238E27FC236}">
                    <a16:creationId xmlns:a16="http://schemas.microsoft.com/office/drawing/2014/main" id="{183B40D3-F1FD-C992-C7E9-51BC9D2294A4}"/>
                  </a:ext>
                </a:extLst>
              </p:cNvPr>
              <p:cNvSpPr/>
              <p:nvPr/>
            </p:nvSpPr>
            <p:spPr>
              <a:xfrm>
                <a:off x="466" y="3963493"/>
                <a:ext cx="28092" cy="51948"/>
              </a:xfrm>
              <a:custGeom>
                <a:avLst/>
                <a:gdLst/>
                <a:ahLst/>
                <a:cxnLst/>
                <a:rect l="l" t="t" r="r" b="b"/>
                <a:pathLst>
                  <a:path w="2401" h="4440" fill="none" extrusionOk="0">
                    <a:moveTo>
                      <a:pt x="2391" y="4439"/>
                    </a:moveTo>
                    <a:cubicBezTo>
                      <a:pt x="2391" y="4439"/>
                      <a:pt x="2401" y="2220"/>
                      <a:pt x="683" y="2437"/>
                    </a:cubicBezTo>
                    <a:cubicBezTo>
                      <a:pt x="683" y="2437"/>
                      <a:pt x="1573" y="1217"/>
                      <a:pt x="0"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4327;p83">
                <a:extLst>
                  <a:ext uri="{FF2B5EF4-FFF2-40B4-BE49-F238E27FC236}">
                    <a16:creationId xmlns:a16="http://schemas.microsoft.com/office/drawing/2014/main" id="{6E7FDEF2-800D-B802-CCEE-B2E4111217E3}"/>
                  </a:ext>
                </a:extLst>
              </p:cNvPr>
              <p:cNvSpPr/>
              <p:nvPr/>
            </p:nvSpPr>
            <p:spPr>
              <a:xfrm>
                <a:off x="688" y="4015429"/>
                <a:ext cx="12472" cy="32374"/>
              </a:xfrm>
              <a:custGeom>
                <a:avLst/>
                <a:gdLst/>
                <a:ahLst/>
                <a:cxnLst/>
                <a:rect l="l" t="t" r="r" b="b"/>
                <a:pathLst>
                  <a:path w="1066" h="2767" fill="none" extrusionOk="0">
                    <a:moveTo>
                      <a:pt x="1" y="0"/>
                    </a:moveTo>
                    <a:cubicBezTo>
                      <a:pt x="1" y="0"/>
                      <a:pt x="1065" y="1146"/>
                      <a:pt x="363"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4328;p83">
                <a:extLst>
                  <a:ext uri="{FF2B5EF4-FFF2-40B4-BE49-F238E27FC236}">
                    <a16:creationId xmlns:a16="http://schemas.microsoft.com/office/drawing/2014/main" id="{7E83AC31-E190-AEA4-5F46-7FD6682B8CE7}"/>
                  </a:ext>
                </a:extLst>
              </p:cNvPr>
              <p:cNvSpPr/>
              <p:nvPr/>
            </p:nvSpPr>
            <p:spPr>
              <a:xfrm>
                <a:off x="-49575" y="4013124"/>
                <a:ext cx="36235" cy="21739"/>
              </a:xfrm>
              <a:custGeom>
                <a:avLst/>
                <a:gdLst/>
                <a:ahLst/>
                <a:cxnLst/>
                <a:rect l="l" t="t" r="r" b="b"/>
                <a:pathLst>
                  <a:path w="3097" h="1858" fill="none" extrusionOk="0">
                    <a:moveTo>
                      <a:pt x="0" y="197"/>
                    </a:moveTo>
                    <a:cubicBezTo>
                      <a:pt x="1631" y="0"/>
                      <a:pt x="2330" y="1579"/>
                      <a:pt x="2330" y="1579"/>
                    </a:cubicBezTo>
                    <a:cubicBezTo>
                      <a:pt x="2330" y="1579"/>
                      <a:pt x="2763" y="1391"/>
                      <a:pt x="3097"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4329;p83">
                <a:extLst>
                  <a:ext uri="{FF2B5EF4-FFF2-40B4-BE49-F238E27FC236}">
                    <a16:creationId xmlns:a16="http://schemas.microsoft.com/office/drawing/2014/main" id="{38F32AC6-8E31-7AAC-C3B9-38A32F3C758B}"/>
                  </a:ext>
                </a:extLst>
              </p:cNvPr>
              <p:cNvSpPr/>
              <p:nvPr/>
            </p:nvSpPr>
            <p:spPr>
              <a:xfrm>
                <a:off x="-17517" y="3941357"/>
                <a:ext cx="32000" cy="17913"/>
              </a:xfrm>
              <a:custGeom>
                <a:avLst/>
                <a:gdLst/>
                <a:ahLst/>
                <a:cxnLst/>
                <a:rect l="l" t="t" r="r" b="b"/>
                <a:pathLst>
                  <a:path w="2735" h="1531" fill="none" extrusionOk="0">
                    <a:moveTo>
                      <a:pt x="1" y="0"/>
                    </a:moveTo>
                    <a:cubicBezTo>
                      <a:pt x="1" y="0"/>
                      <a:pt x="1651" y="1530"/>
                      <a:pt x="2734"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4330;p83">
                <a:extLst>
                  <a:ext uri="{FF2B5EF4-FFF2-40B4-BE49-F238E27FC236}">
                    <a16:creationId xmlns:a16="http://schemas.microsoft.com/office/drawing/2014/main" id="{A56A204D-DF6D-5EB0-E190-07CD83C5309E}"/>
                  </a:ext>
                </a:extLst>
              </p:cNvPr>
              <p:cNvSpPr/>
              <p:nvPr/>
            </p:nvSpPr>
            <p:spPr>
              <a:xfrm>
                <a:off x="-49575" y="3973672"/>
                <a:ext cx="32070" cy="15807"/>
              </a:xfrm>
              <a:custGeom>
                <a:avLst/>
                <a:gdLst/>
                <a:ahLst/>
                <a:cxnLst/>
                <a:rect l="l" t="t" r="r" b="b"/>
                <a:pathLst>
                  <a:path w="2741" h="1351" fill="none" extrusionOk="0">
                    <a:moveTo>
                      <a:pt x="2741" y="434"/>
                    </a:moveTo>
                    <a:cubicBezTo>
                      <a:pt x="2741" y="434"/>
                      <a:pt x="1032" y="1"/>
                      <a:pt x="0"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 name="Google Shape;4331;p83">
              <a:extLst>
                <a:ext uri="{FF2B5EF4-FFF2-40B4-BE49-F238E27FC236}">
                  <a16:creationId xmlns:a16="http://schemas.microsoft.com/office/drawing/2014/main" id="{00472C51-FA32-85DE-ACE5-ACFC9A4A5E6B}"/>
                </a:ext>
              </a:extLst>
            </p:cNvPr>
            <p:cNvGrpSpPr/>
            <p:nvPr/>
          </p:nvGrpSpPr>
          <p:grpSpPr>
            <a:xfrm>
              <a:off x="724986" y="3605478"/>
              <a:ext cx="1368681" cy="682918"/>
              <a:chOff x="724986" y="3605478"/>
              <a:chExt cx="1368681" cy="682918"/>
            </a:xfrm>
          </p:grpSpPr>
          <p:grpSp>
            <p:nvGrpSpPr>
              <p:cNvPr id="301" name="Google Shape;4332;p83">
                <a:extLst>
                  <a:ext uri="{FF2B5EF4-FFF2-40B4-BE49-F238E27FC236}">
                    <a16:creationId xmlns:a16="http://schemas.microsoft.com/office/drawing/2014/main" id="{F9C511F0-C7E6-385E-03C4-DB78B35D021E}"/>
                  </a:ext>
                </a:extLst>
              </p:cNvPr>
              <p:cNvGrpSpPr/>
              <p:nvPr/>
            </p:nvGrpSpPr>
            <p:grpSpPr>
              <a:xfrm>
                <a:off x="1498221" y="4047614"/>
                <a:ext cx="529172" cy="240783"/>
                <a:chOff x="1498221" y="4047614"/>
                <a:chExt cx="529172" cy="240783"/>
              </a:xfrm>
            </p:grpSpPr>
            <p:grpSp>
              <p:nvGrpSpPr>
                <p:cNvPr id="357" name="Google Shape;4333;p83">
                  <a:extLst>
                    <a:ext uri="{FF2B5EF4-FFF2-40B4-BE49-F238E27FC236}">
                      <a16:creationId xmlns:a16="http://schemas.microsoft.com/office/drawing/2014/main" id="{38668061-6E40-836F-35B2-D2E093989D88}"/>
                    </a:ext>
                  </a:extLst>
                </p:cNvPr>
                <p:cNvGrpSpPr/>
                <p:nvPr/>
              </p:nvGrpSpPr>
              <p:grpSpPr>
                <a:xfrm>
                  <a:off x="1826655" y="4224370"/>
                  <a:ext cx="200738" cy="25631"/>
                  <a:chOff x="1826655" y="4224370"/>
                  <a:chExt cx="200738" cy="25631"/>
                </a:xfrm>
              </p:grpSpPr>
              <p:sp>
                <p:nvSpPr>
                  <p:cNvPr id="363" name="Google Shape;4334;p83">
                    <a:extLst>
                      <a:ext uri="{FF2B5EF4-FFF2-40B4-BE49-F238E27FC236}">
                        <a16:creationId xmlns:a16="http://schemas.microsoft.com/office/drawing/2014/main" id="{EB3F6A33-1B41-0C04-A7E7-379F5A763C98}"/>
                      </a:ext>
                    </a:extLst>
                  </p:cNvPr>
                  <p:cNvSpPr/>
                  <p:nvPr/>
                </p:nvSpPr>
                <p:spPr>
                  <a:xfrm>
                    <a:off x="1826655" y="4238011"/>
                    <a:ext cx="175094" cy="5"/>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4335;p83">
                    <a:extLst>
                      <a:ext uri="{FF2B5EF4-FFF2-40B4-BE49-F238E27FC236}">
                        <a16:creationId xmlns:a16="http://schemas.microsoft.com/office/drawing/2014/main" id="{81169705-DD6B-277A-E6DB-F0958CE38F41}"/>
                      </a:ext>
                    </a:extLst>
                  </p:cNvPr>
                  <p:cNvSpPr/>
                  <p:nvPr/>
                </p:nvSpPr>
                <p:spPr>
                  <a:xfrm>
                    <a:off x="2000728" y="4224370"/>
                    <a:ext cx="26665" cy="25631"/>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4336;p83">
                  <a:extLst>
                    <a:ext uri="{FF2B5EF4-FFF2-40B4-BE49-F238E27FC236}">
                      <a16:creationId xmlns:a16="http://schemas.microsoft.com/office/drawing/2014/main" id="{AE295760-59B6-392C-569D-5BF7BFAA95AB}"/>
                    </a:ext>
                  </a:extLst>
                </p:cNvPr>
                <p:cNvGrpSpPr/>
                <p:nvPr/>
              </p:nvGrpSpPr>
              <p:grpSpPr>
                <a:xfrm>
                  <a:off x="1498221" y="4047614"/>
                  <a:ext cx="328444" cy="240783"/>
                  <a:chOff x="1498221" y="4047614"/>
                  <a:chExt cx="328444" cy="240783"/>
                </a:xfrm>
              </p:grpSpPr>
              <p:sp>
                <p:nvSpPr>
                  <p:cNvPr id="359" name="Google Shape;4337;p83">
                    <a:extLst>
                      <a:ext uri="{FF2B5EF4-FFF2-40B4-BE49-F238E27FC236}">
                        <a16:creationId xmlns:a16="http://schemas.microsoft.com/office/drawing/2014/main" id="{FDCE87AC-125D-A6CB-A8FA-476CBCF2F5FA}"/>
                      </a:ext>
                    </a:extLst>
                  </p:cNvPr>
                  <p:cNvSpPr/>
                  <p:nvPr/>
                </p:nvSpPr>
                <p:spPr>
                  <a:xfrm>
                    <a:off x="1648778" y="4185661"/>
                    <a:ext cx="177888" cy="102736"/>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4338;p83">
                    <a:extLst>
                      <a:ext uri="{FF2B5EF4-FFF2-40B4-BE49-F238E27FC236}">
                        <a16:creationId xmlns:a16="http://schemas.microsoft.com/office/drawing/2014/main" id="{8DD2ABD6-F79C-40F5-DA95-89377BF50B7A}"/>
                      </a:ext>
                    </a:extLst>
                  </p:cNvPr>
                  <p:cNvGrpSpPr/>
                  <p:nvPr/>
                </p:nvGrpSpPr>
                <p:grpSpPr>
                  <a:xfrm>
                    <a:off x="1498221" y="4047614"/>
                    <a:ext cx="150566" cy="190416"/>
                    <a:chOff x="1498221" y="4047614"/>
                    <a:chExt cx="150566" cy="190416"/>
                  </a:xfrm>
                </p:grpSpPr>
                <p:sp>
                  <p:nvSpPr>
                    <p:cNvPr id="361" name="Google Shape;4339;p83">
                      <a:extLst>
                        <a:ext uri="{FF2B5EF4-FFF2-40B4-BE49-F238E27FC236}">
                          <a16:creationId xmlns:a16="http://schemas.microsoft.com/office/drawing/2014/main" id="{26CD39D5-A3D9-50EB-A712-4E22F0BB763E}"/>
                        </a:ext>
                      </a:extLst>
                    </p:cNvPr>
                    <p:cNvSpPr/>
                    <p:nvPr/>
                  </p:nvSpPr>
                  <p:spPr>
                    <a:xfrm>
                      <a:off x="1510686" y="4060421"/>
                      <a:ext cx="138101" cy="177608"/>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4340;p83">
                      <a:extLst>
                        <a:ext uri="{FF2B5EF4-FFF2-40B4-BE49-F238E27FC236}">
                          <a16:creationId xmlns:a16="http://schemas.microsoft.com/office/drawing/2014/main" id="{1400DDAF-EAAA-755D-7BF3-5B6C334306B3}"/>
                        </a:ext>
                      </a:extLst>
                    </p:cNvPr>
                    <p:cNvSpPr/>
                    <p:nvPr/>
                  </p:nvSpPr>
                  <p:spPr>
                    <a:xfrm>
                      <a:off x="1498221" y="4047614"/>
                      <a:ext cx="26646" cy="25622"/>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02" name="Google Shape;4341;p83">
                <a:extLst>
                  <a:ext uri="{FF2B5EF4-FFF2-40B4-BE49-F238E27FC236}">
                    <a16:creationId xmlns:a16="http://schemas.microsoft.com/office/drawing/2014/main" id="{497C37A6-B99A-7802-0D94-0866974A38B6}"/>
                  </a:ext>
                </a:extLst>
              </p:cNvPr>
              <p:cNvGrpSpPr/>
              <p:nvPr/>
            </p:nvGrpSpPr>
            <p:grpSpPr>
              <a:xfrm>
                <a:off x="1560718" y="3800594"/>
                <a:ext cx="532948" cy="302090"/>
                <a:chOff x="1560718" y="3800594"/>
                <a:chExt cx="532948" cy="302090"/>
              </a:xfrm>
            </p:grpSpPr>
            <p:grpSp>
              <p:nvGrpSpPr>
                <p:cNvPr id="344" name="Google Shape;4342;p83">
                  <a:extLst>
                    <a:ext uri="{FF2B5EF4-FFF2-40B4-BE49-F238E27FC236}">
                      <a16:creationId xmlns:a16="http://schemas.microsoft.com/office/drawing/2014/main" id="{9DF3DAA9-8605-EF17-4857-B43E12BAF66F}"/>
                    </a:ext>
                  </a:extLst>
                </p:cNvPr>
                <p:cNvGrpSpPr/>
                <p:nvPr/>
              </p:nvGrpSpPr>
              <p:grpSpPr>
                <a:xfrm>
                  <a:off x="1912179" y="3827344"/>
                  <a:ext cx="181487" cy="25631"/>
                  <a:chOff x="1912179" y="3827344"/>
                  <a:chExt cx="181487" cy="25631"/>
                </a:xfrm>
              </p:grpSpPr>
              <p:sp>
                <p:nvSpPr>
                  <p:cNvPr id="355" name="Google Shape;4343;p83">
                    <a:extLst>
                      <a:ext uri="{FF2B5EF4-FFF2-40B4-BE49-F238E27FC236}">
                        <a16:creationId xmlns:a16="http://schemas.microsoft.com/office/drawing/2014/main" id="{15A68859-97E6-ACD9-085A-603C0AA63281}"/>
                      </a:ext>
                    </a:extLst>
                  </p:cNvPr>
                  <p:cNvSpPr/>
                  <p:nvPr/>
                </p:nvSpPr>
                <p:spPr>
                  <a:xfrm>
                    <a:off x="2067020" y="3827344"/>
                    <a:ext cx="26646" cy="25631"/>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4344;p83">
                    <a:extLst>
                      <a:ext uri="{FF2B5EF4-FFF2-40B4-BE49-F238E27FC236}">
                        <a16:creationId xmlns:a16="http://schemas.microsoft.com/office/drawing/2014/main" id="{5AC58539-4C97-5BE9-5230-EE6DF8CA56BD}"/>
                      </a:ext>
                    </a:extLst>
                  </p:cNvPr>
                  <p:cNvSpPr/>
                  <p:nvPr/>
                </p:nvSpPr>
                <p:spPr>
                  <a:xfrm>
                    <a:off x="1912179" y="3842838"/>
                    <a:ext cx="156825" cy="5"/>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 name="Google Shape;4345;p83">
                  <a:extLst>
                    <a:ext uri="{FF2B5EF4-FFF2-40B4-BE49-F238E27FC236}">
                      <a16:creationId xmlns:a16="http://schemas.microsoft.com/office/drawing/2014/main" id="{6E9C768F-6931-DFE4-F82B-017796AFDC32}"/>
                    </a:ext>
                  </a:extLst>
                </p:cNvPr>
                <p:cNvGrpSpPr/>
                <p:nvPr/>
              </p:nvGrpSpPr>
              <p:grpSpPr>
                <a:xfrm>
                  <a:off x="1912179" y="4044505"/>
                  <a:ext cx="181487" cy="25622"/>
                  <a:chOff x="1912179" y="4044506"/>
                  <a:chExt cx="181487" cy="25622"/>
                </a:xfrm>
              </p:grpSpPr>
              <p:sp>
                <p:nvSpPr>
                  <p:cNvPr id="353" name="Google Shape;4346;p83">
                    <a:extLst>
                      <a:ext uri="{FF2B5EF4-FFF2-40B4-BE49-F238E27FC236}">
                        <a16:creationId xmlns:a16="http://schemas.microsoft.com/office/drawing/2014/main" id="{AA320BFD-63CE-10E9-3C00-41726313500C}"/>
                      </a:ext>
                    </a:extLst>
                  </p:cNvPr>
                  <p:cNvSpPr/>
                  <p:nvPr/>
                </p:nvSpPr>
                <p:spPr>
                  <a:xfrm>
                    <a:off x="2067020" y="4044505"/>
                    <a:ext cx="26646" cy="25622"/>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4347;p83">
                    <a:extLst>
                      <a:ext uri="{FF2B5EF4-FFF2-40B4-BE49-F238E27FC236}">
                        <a16:creationId xmlns:a16="http://schemas.microsoft.com/office/drawing/2014/main" id="{8BDD827D-1BAD-B523-260F-E851243EB0C1}"/>
                      </a:ext>
                    </a:extLst>
                  </p:cNvPr>
                  <p:cNvSpPr/>
                  <p:nvPr/>
                </p:nvSpPr>
                <p:spPr>
                  <a:xfrm>
                    <a:off x="1912179" y="4059966"/>
                    <a:ext cx="156825" cy="5"/>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 name="Google Shape;4348;p83">
                  <a:extLst>
                    <a:ext uri="{FF2B5EF4-FFF2-40B4-BE49-F238E27FC236}">
                      <a16:creationId xmlns:a16="http://schemas.microsoft.com/office/drawing/2014/main" id="{87DA58CC-EC21-D1FD-F939-0C153AE34DCE}"/>
                    </a:ext>
                  </a:extLst>
                </p:cNvPr>
                <p:cNvGrpSpPr/>
                <p:nvPr/>
              </p:nvGrpSpPr>
              <p:grpSpPr>
                <a:xfrm>
                  <a:off x="1560718" y="3800594"/>
                  <a:ext cx="351472" cy="302090"/>
                  <a:chOff x="1560718" y="3800594"/>
                  <a:chExt cx="351472" cy="302090"/>
                </a:xfrm>
              </p:grpSpPr>
              <p:grpSp>
                <p:nvGrpSpPr>
                  <p:cNvPr id="347" name="Google Shape;4349;p83">
                    <a:extLst>
                      <a:ext uri="{FF2B5EF4-FFF2-40B4-BE49-F238E27FC236}">
                        <a16:creationId xmlns:a16="http://schemas.microsoft.com/office/drawing/2014/main" id="{E68A66BF-8BFC-58FD-D562-90053C61E6FA}"/>
                      </a:ext>
                    </a:extLst>
                  </p:cNvPr>
                  <p:cNvGrpSpPr/>
                  <p:nvPr/>
                </p:nvGrpSpPr>
                <p:grpSpPr>
                  <a:xfrm>
                    <a:off x="1560718" y="3842857"/>
                    <a:ext cx="173586" cy="217131"/>
                    <a:chOff x="1560718" y="3842857"/>
                    <a:chExt cx="173586" cy="217131"/>
                  </a:xfrm>
                </p:grpSpPr>
                <p:sp>
                  <p:nvSpPr>
                    <p:cNvPr id="350" name="Google Shape;4350;p83">
                      <a:extLst>
                        <a:ext uri="{FF2B5EF4-FFF2-40B4-BE49-F238E27FC236}">
                          <a16:creationId xmlns:a16="http://schemas.microsoft.com/office/drawing/2014/main" id="{F07CAA2D-BAE9-D290-7D52-4080E2A25509}"/>
                        </a:ext>
                      </a:extLst>
                    </p:cNvPr>
                    <p:cNvSpPr/>
                    <p:nvPr/>
                  </p:nvSpPr>
                  <p:spPr>
                    <a:xfrm>
                      <a:off x="1560718" y="3951414"/>
                      <a:ext cx="84343" cy="5"/>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4351;p83">
                      <a:extLst>
                        <a:ext uri="{FF2B5EF4-FFF2-40B4-BE49-F238E27FC236}">
                          <a16:creationId xmlns:a16="http://schemas.microsoft.com/office/drawing/2014/main" id="{1C8D3897-E890-35D4-8B67-0D36F88A7C4B}"/>
                        </a:ext>
                      </a:extLst>
                    </p:cNvPr>
                    <p:cNvSpPr/>
                    <p:nvPr/>
                  </p:nvSpPr>
                  <p:spPr>
                    <a:xfrm>
                      <a:off x="1631242" y="3936509"/>
                      <a:ext cx="26646" cy="25622"/>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4352;p83">
                      <a:extLst>
                        <a:ext uri="{FF2B5EF4-FFF2-40B4-BE49-F238E27FC236}">
                          <a16:creationId xmlns:a16="http://schemas.microsoft.com/office/drawing/2014/main" id="{0FE4BFF3-BEA5-FCB3-4261-5684DBA6466E}"/>
                        </a:ext>
                      </a:extLst>
                    </p:cNvPr>
                    <p:cNvSpPr/>
                    <p:nvPr/>
                  </p:nvSpPr>
                  <p:spPr>
                    <a:xfrm>
                      <a:off x="1645054" y="3842857"/>
                      <a:ext cx="89251" cy="217131"/>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8" name="Google Shape;4353;p83">
                    <a:extLst>
                      <a:ext uri="{FF2B5EF4-FFF2-40B4-BE49-F238E27FC236}">
                        <a16:creationId xmlns:a16="http://schemas.microsoft.com/office/drawing/2014/main" id="{C7AEB2BB-86D9-AFE1-4AA3-35CF5165067E}"/>
                      </a:ext>
                    </a:extLst>
                  </p:cNvPr>
                  <p:cNvSpPr/>
                  <p:nvPr/>
                </p:nvSpPr>
                <p:spPr>
                  <a:xfrm>
                    <a:off x="1733808" y="3800594"/>
                    <a:ext cx="177874" cy="102731"/>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4354;p83">
                    <a:extLst>
                      <a:ext uri="{FF2B5EF4-FFF2-40B4-BE49-F238E27FC236}">
                        <a16:creationId xmlns:a16="http://schemas.microsoft.com/office/drawing/2014/main" id="{0284DC16-F4D2-ECD3-38FD-DFDB18054317}"/>
                      </a:ext>
                    </a:extLst>
                  </p:cNvPr>
                  <p:cNvSpPr/>
                  <p:nvPr/>
                </p:nvSpPr>
                <p:spPr>
                  <a:xfrm>
                    <a:off x="1734297" y="3999967"/>
                    <a:ext cx="177893" cy="102717"/>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3" name="Google Shape;4355;p83">
                <a:extLst>
                  <a:ext uri="{FF2B5EF4-FFF2-40B4-BE49-F238E27FC236}">
                    <a16:creationId xmlns:a16="http://schemas.microsoft.com/office/drawing/2014/main" id="{09984F30-023B-E998-49E3-DA25D5AEC849}"/>
                  </a:ext>
                </a:extLst>
              </p:cNvPr>
              <p:cNvSpPr/>
              <p:nvPr/>
            </p:nvSpPr>
            <p:spPr>
              <a:xfrm>
                <a:off x="1258451" y="3798060"/>
                <a:ext cx="302718" cy="302541"/>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4356;p83">
                <a:extLst>
                  <a:ext uri="{FF2B5EF4-FFF2-40B4-BE49-F238E27FC236}">
                    <a16:creationId xmlns:a16="http://schemas.microsoft.com/office/drawing/2014/main" id="{A7BF2571-5230-A911-1CD6-815DE474324D}"/>
                  </a:ext>
                </a:extLst>
              </p:cNvPr>
              <p:cNvGrpSpPr/>
              <p:nvPr/>
            </p:nvGrpSpPr>
            <p:grpSpPr>
              <a:xfrm>
                <a:off x="785350" y="3605478"/>
                <a:ext cx="535311" cy="249245"/>
                <a:chOff x="785350" y="3605478"/>
                <a:chExt cx="535311" cy="249245"/>
              </a:xfrm>
            </p:grpSpPr>
            <p:grpSp>
              <p:nvGrpSpPr>
                <p:cNvPr id="337" name="Google Shape;4357;p83">
                  <a:extLst>
                    <a:ext uri="{FF2B5EF4-FFF2-40B4-BE49-F238E27FC236}">
                      <a16:creationId xmlns:a16="http://schemas.microsoft.com/office/drawing/2014/main" id="{F5C15C0F-3A49-5E57-B82B-E9A31B9BC3FC}"/>
                    </a:ext>
                  </a:extLst>
                </p:cNvPr>
                <p:cNvGrpSpPr/>
                <p:nvPr/>
              </p:nvGrpSpPr>
              <p:grpSpPr>
                <a:xfrm>
                  <a:off x="785350" y="3605478"/>
                  <a:ext cx="376191" cy="102736"/>
                  <a:chOff x="785350" y="3605478"/>
                  <a:chExt cx="376191" cy="102736"/>
                </a:xfrm>
              </p:grpSpPr>
              <p:sp>
                <p:nvSpPr>
                  <p:cNvPr id="341" name="Google Shape;4358;p83">
                    <a:extLst>
                      <a:ext uri="{FF2B5EF4-FFF2-40B4-BE49-F238E27FC236}">
                        <a16:creationId xmlns:a16="http://schemas.microsoft.com/office/drawing/2014/main" id="{EDE88993-41FF-9F5A-263A-199B4921C8E0}"/>
                      </a:ext>
                    </a:extLst>
                  </p:cNvPr>
                  <p:cNvSpPr/>
                  <p:nvPr/>
                </p:nvSpPr>
                <p:spPr>
                  <a:xfrm>
                    <a:off x="808023" y="3655851"/>
                    <a:ext cx="175636" cy="5"/>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4359;p83">
                    <a:extLst>
                      <a:ext uri="{FF2B5EF4-FFF2-40B4-BE49-F238E27FC236}">
                        <a16:creationId xmlns:a16="http://schemas.microsoft.com/office/drawing/2014/main" id="{E8E4A211-9D5F-7F45-989E-1CE425ABB129}"/>
                      </a:ext>
                    </a:extLst>
                  </p:cNvPr>
                  <p:cNvSpPr/>
                  <p:nvPr/>
                </p:nvSpPr>
                <p:spPr>
                  <a:xfrm>
                    <a:off x="785350" y="3643867"/>
                    <a:ext cx="25635" cy="25622"/>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4360;p83">
                    <a:extLst>
                      <a:ext uri="{FF2B5EF4-FFF2-40B4-BE49-F238E27FC236}">
                        <a16:creationId xmlns:a16="http://schemas.microsoft.com/office/drawing/2014/main" id="{567A5CA2-A5FF-3B0A-1FC5-295331F3A4CC}"/>
                      </a:ext>
                    </a:extLst>
                  </p:cNvPr>
                  <p:cNvSpPr/>
                  <p:nvPr/>
                </p:nvSpPr>
                <p:spPr>
                  <a:xfrm>
                    <a:off x="983648" y="3605478"/>
                    <a:ext cx="177893" cy="102736"/>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4361;p83">
                  <a:extLst>
                    <a:ext uri="{FF2B5EF4-FFF2-40B4-BE49-F238E27FC236}">
                      <a16:creationId xmlns:a16="http://schemas.microsoft.com/office/drawing/2014/main" id="{6F8DF909-65CD-1E02-70AE-27D5E5A98060}"/>
                    </a:ext>
                  </a:extLst>
                </p:cNvPr>
                <p:cNvGrpSpPr/>
                <p:nvPr/>
              </p:nvGrpSpPr>
              <p:grpSpPr>
                <a:xfrm>
                  <a:off x="1161530" y="3655851"/>
                  <a:ext cx="159131" cy="198872"/>
                  <a:chOff x="1161530" y="3655851"/>
                  <a:chExt cx="159131" cy="198872"/>
                </a:xfrm>
              </p:grpSpPr>
              <p:sp>
                <p:nvSpPr>
                  <p:cNvPr id="339" name="Google Shape;4362;p83">
                    <a:extLst>
                      <a:ext uri="{FF2B5EF4-FFF2-40B4-BE49-F238E27FC236}">
                        <a16:creationId xmlns:a16="http://schemas.microsoft.com/office/drawing/2014/main" id="{11C5FDAC-98E8-485C-DF4C-33BE5C03ABA4}"/>
                      </a:ext>
                    </a:extLst>
                  </p:cNvPr>
                  <p:cNvSpPr/>
                  <p:nvPr/>
                </p:nvSpPr>
                <p:spPr>
                  <a:xfrm>
                    <a:off x="1161530" y="3655851"/>
                    <a:ext cx="146440" cy="186082"/>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4363;p83">
                    <a:extLst>
                      <a:ext uri="{FF2B5EF4-FFF2-40B4-BE49-F238E27FC236}">
                        <a16:creationId xmlns:a16="http://schemas.microsoft.com/office/drawing/2014/main" id="{AFAF58E6-8D7F-4B0F-C977-DCCB09A3E77B}"/>
                      </a:ext>
                    </a:extLst>
                  </p:cNvPr>
                  <p:cNvSpPr/>
                  <p:nvPr/>
                </p:nvSpPr>
                <p:spPr>
                  <a:xfrm>
                    <a:off x="1293991" y="3829092"/>
                    <a:ext cx="26670" cy="25631"/>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5" name="Google Shape;4364;p83">
                <a:extLst>
                  <a:ext uri="{FF2B5EF4-FFF2-40B4-BE49-F238E27FC236}">
                    <a16:creationId xmlns:a16="http://schemas.microsoft.com/office/drawing/2014/main" id="{D68D4963-B4F1-B337-6834-D33C3956D871}"/>
                  </a:ext>
                </a:extLst>
              </p:cNvPr>
              <p:cNvGrpSpPr/>
              <p:nvPr/>
            </p:nvGrpSpPr>
            <p:grpSpPr>
              <a:xfrm>
                <a:off x="785350" y="4047614"/>
                <a:ext cx="535311" cy="240783"/>
                <a:chOff x="785350" y="4047614"/>
                <a:chExt cx="535311" cy="240783"/>
              </a:xfrm>
            </p:grpSpPr>
            <p:grpSp>
              <p:nvGrpSpPr>
                <p:cNvPr id="330" name="Google Shape;4365;p83">
                  <a:extLst>
                    <a:ext uri="{FF2B5EF4-FFF2-40B4-BE49-F238E27FC236}">
                      <a16:creationId xmlns:a16="http://schemas.microsoft.com/office/drawing/2014/main" id="{4FE0803B-C290-0AAB-4B35-0AFF58C8F720}"/>
                    </a:ext>
                  </a:extLst>
                </p:cNvPr>
                <p:cNvGrpSpPr/>
                <p:nvPr/>
              </p:nvGrpSpPr>
              <p:grpSpPr>
                <a:xfrm>
                  <a:off x="1161636" y="4047614"/>
                  <a:ext cx="159025" cy="190415"/>
                  <a:chOff x="1161636" y="4047614"/>
                  <a:chExt cx="159025" cy="190415"/>
                </a:xfrm>
              </p:grpSpPr>
              <p:sp>
                <p:nvSpPr>
                  <p:cNvPr id="335" name="Google Shape;4366;p83">
                    <a:extLst>
                      <a:ext uri="{FF2B5EF4-FFF2-40B4-BE49-F238E27FC236}">
                        <a16:creationId xmlns:a16="http://schemas.microsoft.com/office/drawing/2014/main" id="{F791ACB1-1903-1418-D06A-8CF15D7BD76C}"/>
                      </a:ext>
                    </a:extLst>
                  </p:cNvPr>
                  <p:cNvSpPr/>
                  <p:nvPr/>
                </p:nvSpPr>
                <p:spPr>
                  <a:xfrm>
                    <a:off x="1293991" y="4047614"/>
                    <a:ext cx="26670" cy="25631"/>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4367;p83">
                    <a:extLst>
                      <a:ext uri="{FF2B5EF4-FFF2-40B4-BE49-F238E27FC236}">
                        <a16:creationId xmlns:a16="http://schemas.microsoft.com/office/drawing/2014/main" id="{77974616-DDDA-27B3-2522-EBE987737154}"/>
                      </a:ext>
                    </a:extLst>
                  </p:cNvPr>
                  <p:cNvSpPr/>
                  <p:nvPr/>
                </p:nvSpPr>
                <p:spPr>
                  <a:xfrm>
                    <a:off x="1161636" y="4073229"/>
                    <a:ext cx="146334" cy="16480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4368;p83">
                  <a:extLst>
                    <a:ext uri="{FF2B5EF4-FFF2-40B4-BE49-F238E27FC236}">
                      <a16:creationId xmlns:a16="http://schemas.microsoft.com/office/drawing/2014/main" id="{E5541AB6-930C-2F11-2252-8778C1B23ECA}"/>
                    </a:ext>
                  </a:extLst>
                </p:cNvPr>
                <p:cNvGrpSpPr/>
                <p:nvPr/>
              </p:nvGrpSpPr>
              <p:grpSpPr>
                <a:xfrm>
                  <a:off x="785350" y="4185661"/>
                  <a:ext cx="376191" cy="102736"/>
                  <a:chOff x="785350" y="4185661"/>
                  <a:chExt cx="376191" cy="102736"/>
                </a:xfrm>
              </p:grpSpPr>
              <p:sp>
                <p:nvSpPr>
                  <p:cNvPr id="332" name="Google Shape;4369;p83">
                    <a:extLst>
                      <a:ext uri="{FF2B5EF4-FFF2-40B4-BE49-F238E27FC236}">
                        <a16:creationId xmlns:a16="http://schemas.microsoft.com/office/drawing/2014/main" id="{787D008F-5BB9-ECA3-9887-A518AB7EAC70}"/>
                      </a:ext>
                    </a:extLst>
                  </p:cNvPr>
                  <p:cNvSpPr/>
                  <p:nvPr/>
                </p:nvSpPr>
                <p:spPr>
                  <a:xfrm>
                    <a:off x="808023" y="4238011"/>
                    <a:ext cx="175636" cy="5"/>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4370;p83">
                    <a:extLst>
                      <a:ext uri="{FF2B5EF4-FFF2-40B4-BE49-F238E27FC236}">
                        <a16:creationId xmlns:a16="http://schemas.microsoft.com/office/drawing/2014/main" id="{5581FC71-0011-B655-8A76-540419FBF1AC}"/>
                      </a:ext>
                    </a:extLst>
                  </p:cNvPr>
                  <p:cNvSpPr/>
                  <p:nvPr/>
                </p:nvSpPr>
                <p:spPr>
                  <a:xfrm>
                    <a:off x="983648" y="4185661"/>
                    <a:ext cx="177893" cy="102736"/>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4371;p83">
                    <a:extLst>
                      <a:ext uri="{FF2B5EF4-FFF2-40B4-BE49-F238E27FC236}">
                        <a16:creationId xmlns:a16="http://schemas.microsoft.com/office/drawing/2014/main" id="{B85EBADA-0822-E570-84B2-9A372CE40766}"/>
                      </a:ext>
                    </a:extLst>
                  </p:cNvPr>
                  <p:cNvSpPr/>
                  <p:nvPr/>
                </p:nvSpPr>
                <p:spPr>
                  <a:xfrm>
                    <a:off x="785350" y="4224370"/>
                    <a:ext cx="26646" cy="25631"/>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6" name="Google Shape;4372;p83">
                <a:extLst>
                  <a:ext uri="{FF2B5EF4-FFF2-40B4-BE49-F238E27FC236}">
                    <a16:creationId xmlns:a16="http://schemas.microsoft.com/office/drawing/2014/main" id="{F7C78A69-4DB6-42C9-FCDB-ADB3BEC08A33}"/>
                  </a:ext>
                </a:extLst>
              </p:cNvPr>
              <p:cNvGrpSpPr/>
              <p:nvPr/>
            </p:nvGrpSpPr>
            <p:grpSpPr>
              <a:xfrm>
                <a:off x="1501054" y="3605478"/>
                <a:ext cx="526340" cy="249240"/>
                <a:chOff x="1501054" y="3605478"/>
                <a:chExt cx="526340" cy="249240"/>
              </a:xfrm>
            </p:grpSpPr>
            <p:grpSp>
              <p:nvGrpSpPr>
                <p:cNvPr id="322" name="Google Shape;4373;p83">
                  <a:extLst>
                    <a:ext uri="{FF2B5EF4-FFF2-40B4-BE49-F238E27FC236}">
                      <a16:creationId xmlns:a16="http://schemas.microsoft.com/office/drawing/2014/main" id="{257E87EE-7179-4277-98C4-C43965C99430}"/>
                    </a:ext>
                  </a:extLst>
                </p:cNvPr>
                <p:cNvGrpSpPr/>
                <p:nvPr/>
              </p:nvGrpSpPr>
              <p:grpSpPr>
                <a:xfrm>
                  <a:off x="1834208" y="3643867"/>
                  <a:ext cx="193185" cy="25622"/>
                  <a:chOff x="1834208" y="3643867"/>
                  <a:chExt cx="193185" cy="25622"/>
                </a:xfrm>
              </p:grpSpPr>
              <p:sp>
                <p:nvSpPr>
                  <p:cNvPr id="328" name="Google Shape;4374;p83">
                    <a:extLst>
                      <a:ext uri="{FF2B5EF4-FFF2-40B4-BE49-F238E27FC236}">
                        <a16:creationId xmlns:a16="http://schemas.microsoft.com/office/drawing/2014/main" id="{06CB6391-8726-AD5D-5479-DABF69502B76}"/>
                      </a:ext>
                    </a:extLst>
                  </p:cNvPr>
                  <p:cNvSpPr/>
                  <p:nvPr/>
                </p:nvSpPr>
                <p:spPr>
                  <a:xfrm>
                    <a:off x="1834208" y="3655851"/>
                    <a:ext cx="167541" cy="5"/>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4375;p83">
                    <a:extLst>
                      <a:ext uri="{FF2B5EF4-FFF2-40B4-BE49-F238E27FC236}">
                        <a16:creationId xmlns:a16="http://schemas.microsoft.com/office/drawing/2014/main" id="{A34AC529-3B5D-0436-3F57-394590D59C37}"/>
                      </a:ext>
                    </a:extLst>
                  </p:cNvPr>
                  <p:cNvSpPr/>
                  <p:nvPr/>
                </p:nvSpPr>
                <p:spPr>
                  <a:xfrm>
                    <a:off x="2000728" y="3643867"/>
                    <a:ext cx="26665" cy="25622"/>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 name="Google Shape;4376;p83">
                  <a:extLst>
                    <a:ext uri="{FF2B5EF4-FFF2-40B4-BE49-F238E27FC236}">
                      <a16:creationId xmlns:a16="http://schemas.microsoft.com/office/drawing/2014/main" id="{815C02B6-835F-48E9-DB5F-EC5F41C4AA7B}"/>
                    </a:ext>
                  </a:extLst>
                </p:cNvPr>
                <p:cNvGrpSpPr/>
                <p:nvPr/>
              </p:nvGrpSpPr>
              <p:grpSpPr>
                <a:xfrm>
                  <a:off x="1501054" y="3605478"/>
                  <a:ext cx="333165" cy="249240"/>
                  <a:chOff x="1501054" y="3605478"/>
                  <a:chExt cx="333165" cy="249240"/>
                </a:xfrm>
              </p:grpSpPr>
              <p:sp>
                <p:nvSpPr>
                  <p:cNvPr id="324" name="Google Shape;4377;p83">
                    <a:extLst>
                      <a:ext uri="{FF2B5EF4-FFF2-40B4-BE49-F238E27FC236}">
                        <a16:creationId xmlns:a16="http://schemas.microsoft.com/office/drawing/2014/main" id="{E5A407AC-7B9A-AD13-DC4B-499B9235B5DF}"/>
                      </a:ext>
                    </a:extLst>
                  </p:cNvPr>
                  <p:cNvSpPr/>
                  <p:nvPr/>
                </p:nvSpPr>
                <p:spPr>
                  <a:xfrm>
                    <a:off x="1656330" y="3605478"/>
                    <a:ext cx="177888" cy="102736"/>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5" name="Google Shape;4378;p83">
                    <a:extLst>
                      <a:ext uri="{FF2B5EF4-FFF2-40B4-BE49-F238E27FC236}">
                        <a16:creationId xmlns:a16="http://schemas.microsoft.com/office/drawing/2014/main" id="{43DA2CDE-4F3D-B45A-0F4B-55F1F2E4498C}"/>
                      </a:ext>
                    </a:extLst>
                  </p:cNvPr>
                  <p:cNvGrpSpPr/>
                  <p:nvPr/>
                </p:nvGrpSpPr>
                <p:grpSpPr>
                  <a:xfrm>
                    <a:off x="1501054" y="3655851"/>
                    <a:ext cx="155286" cy="198867"/>
                    <a:chOff x="1501054" y="3655851"/>
                    <a:chExt cx="155286" cy="198867"/>
                  </a:xfrm>
                </p:grpSpPr>
                <p:sp>
                  <p:nvSpPr>
                    <p:cNvPr id="326" name="Google Shape;4379;p83">
                      <a:extLst>
                        <a:ext uri="{FF2B5EF4-FFF2-40B4-BE49-F238E27FC236}">
                          <a16:creationId xmlns:a16="http://schemas.microsoft.com/office/drawing/2014/main" id="{36CCE9CE-F8F5-5573-464D-C847C2163E62}"/>
                        </a:ext>
                      </a:extLst>
                    </p:cNvPr>
                    <p:cNvSpPr/>
                    <p:nvPr/>
                  </p:nvSpPr>
                  <p:spPr>
                    <a:xfrm>
                      <a:off x="1516351" y="3655851"/>
                      <a:ext cx="139989" cy="186082"/>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4380;p83">
                      <a:extLst>
                        <a:ext uri="{FF2B5EF4-FFF2-40B4-BE49-F238E27FC236}">
                          <a16:creationId xmlns:a16="http://schemas.microsoft.com/office/drawing/2014/main" id="{C18AC204-1DED-4C9D-DE4E-4DBE91C16A1C}"/>
                        </a:ext>
                      </a:extLst>
                    </p:cNvPr>
                    <p:cNvSpPr/>
                    <p:nvPr/>
                  </p:nvSpPr>
                  <p:spPr>
                    <a:xfrm>
                      <a:off x="1501054" y="3829092"/>
                      <a:ext cx="26646" cy="25626"/>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07" name="Google Shape;4381;p83">
                <a:extLst>
                  <a:ext uri="{FF2B5EF4-FFF2-40B4-BE49-F238E27FC236}">
                    <a16:creationId xmlns:a16="http://schemas.microsoft.com/office/drawing/2014/main" id="{CA5960EC-C1D8-FD73-B428-A9F7961685AB}"/>
                  </a:ext>
                </a:extLst>
              </p:cNvPr>
              <p:cNvGrpSpPr/>
              <p:nvPr/>
            </p:nvGrpSpPr>
            <p:grpSpPr>
              <a:xfrm>
                <a:off x="724986" y="3800594"/>
                <a:ext cx="532950" cy="302090"/>
                <a:chOff x="724986" y="3800594"/>
                <a:chExt cx="532950" cy="302090"/>
              </a:xfrm>
            </p:grpSpPr>
            <p:grpSp>
              <p:nvGrpSpPr>
                <p:cNvPr id="308" name="Google Shape;4382;p83">
                  <a:extLst>
                    <a:ext uri="{FF2B5EF4-FFF2-40B4-BE49-F238E27FC236}">
                      <a16:creationId xmlns:a16="http://schemas.microsoft.com/office/drawing/2014/main" id="{55948642-F695-9E60-45CF-4BB4496CE9FE}"/>
                    </a:ext>
                  </a:extLst>
                </p:cNvPr>
                <p:cNvGrpSpPr/>
                <p:nvPr/>
              </p:nvGrpSpPr>
              <p:grpSpPr>
                <a:xfrm>
                  <a:off x="724986" y="4044367"/>
                  <a:ext cx="181314" cy="25626"/>
                  <a:chOff x="724986" y="4044367"/>
                  <a:chExt cx="181314" cy="25626"/>
                </a:xfrm>
              </p:grpSpPr>
              <p:sp>
                <p:nvSpPr>
                  <p:cNvPr id="320" name="Google Shape;4383;p83">
                    <a:extLst>
                      <a:ext uri="{FF2B5EF4-FFF2-40B4-BE49-F238E27FC236}">
                        <a16:creationId xmlns:a16="http://schemas.microsoft.com/office/drawing/2014/main" id="{A6AFBC0C-5EAF-F222-CE5C-E016C67027BF}"/>
                      </a:ext>
                    </a:extLst>
                  </p:cNvPr>
                  <p:cNvSpPr/>
                  <p:nvPr/>
                </p:nvSpPr>
                <p:spPr>
                  <a:xfrm>
                    <a:off x="746695" y="4059966"/>
                    <a:ext cx="159605" cy="5"/>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4384;p83">
                    <a:extLst>
                      <a:ext uri="{FF2B5EF4-FFF2-40B4-BE49-F238E27FC236}">
                        <a16:creationId xmlns:a16="http://schemas.microsoft.com/office/drawing/2014/main" id="{3E2A8E3A-FA6A-C14B-72AB-1FC7F6887EF5}"/>
                      </a:ext>
                    </a:extLst>
                  </p:cNvPr>
                  <p:cNvSpPr/>
                  <p:nvPr/>
                </p:nvSpPr>
                <p:spPr>
                  <a:xfrm>
                    <a:off x="724986" y="4044367"/>
                    <a:ext cx="26646" cy="25626"/>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4385;p83">
                  <a:extLst>
                    <a:ext uri="{FF2B5EF4-FFF2-40B4-BE49-F238E27FC236}">
                      <a16:creationId xmlns:a16="http://schemas.microsoft.com/office/drawing/2014/main" id="{E6B1A3D5-195E-071A-D188-9DDAE695DE03}"/>
                    </a:ext>
                  </a:extLst>
                </p:cNvPr>
                <p:cNvGrpSpPr/>
                <p:nvPr/>
              </p:nvGrpSpPr>
              <p:grpSpPr>
                <a:xfrm>
                  <a:off x="906290" y="3800594"/>
                  <a:ext cx="351646" cy="302090"/>
                  <a:chOff x="906290" y="3800594"/>
                  <a:chExt cx="351646" cy="302090"/>
                </a:xfrm>
              </p:grpSpPr>
              <p:grpSp>
                <p:nvGrpSpPr>
                  <p:cNvPr id="313" name="Google Shape;4386;p83">
                    <a:extLst>
                      <a:ext uri="{FF2B5EF4-FFF2-40B4-BE49-F238E27FC236}">
                        <a16:creationId xmlns:a16="http://schemas.microsoft.com/office/drawing/2014/main" id="{1ECD9A06-7694-8524-85D9-B63AEA05AD82}"/>
                      </a:ext>
                    </a:extLst>
                  </p:cNvPr>
                  <p:cNvGrpSpPr/>
                  <p:nvPr/>
                </p:nvGrpSpPr>
                <p:grpSpPr>
                  <a:xfrm>
                    <a:off x="1084172" y="3842857"/>
                    <a:ext cx="173764" cy="217131"/>
                    <a:chOff x="1084172" y="3842857"/>
                    <a:chExt cx="173764" cy="217131"/>
                  </a:xfrm>
                </p:grpSpPr>
                <p:grpSp>
                  <p:nvGrpSpPr>
                    <p:cNvPr id="316" name="Google Shape;4387;p83">
                      <a:extLst>
                        <a:ext uri="{FF2B5EF4-FFF2-40B4-BE49-F238E27FC236}">
                          <a16:creationId xmlns:a16="http://schemas.microsoft.com/office/drawing/2014/main" id="{25EB453A-A92C-9063-5AD5-845FCAD54C09}"/>
                        </a:ext>
                      </a:extLst>
                    </p:cNvPr>
                    <p:cNvGrpSpPr/>
                    <p:nvPr/>
                  </p:nvGrpSpPr>
                  <p:grpSpPr>
                    <a:xfrm>
                      <a:off x="1156862" y="3936509"/>
                      <a:ext cx="101073" cy="25622"/>
                      <a:chOff x="1156862" y="3936509"/>
                      <a:chExt cx="101073" cy="25622"/>
                    </a:xfrm>
                  </p:grpSpPr>
                  <p:sp>
                    <p:nvSpPr>
                      <p:cNvPr id="318" name="Google Shape;4388;p83">
                        <a:extLst>
                          <a:ext uri="{FF2B5EF4-FFF2-40B4-BE49-F238E27FC236}">
                            <a16:creationId xmlns:a16="http://schemas.microsoft.com/office/drawing/2014/main" id="{2A1C88F7-F87F-A085-97C7-99BE44E717D5}"/>
                          </a:ext>
                        </a:extLst>
                      </p:cNvPr>
                      <p:cNvSpPr/>
                      <p:nvPr/>
                    </p:nvSpPr>
                    <p:spPr>
                      <a:xfrm>
                        <a:off x="1156862" y="3936509"/>
                        <a:ext cx="26651" cy="25622"/>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4389;p83">
                        <a:extLst>
                          <a:ext uri="{FF2B5EF4-FFF2-40B4-BE49-F238E27FC236}">
                            <a16:creationId xmlns:a16="http://schemas.microsoft.com/office/drawing/2014/main" id="{DA8ABF95-B9EA-0E24-0E18-B04D604B4F7B}"/>
                          </a:ext>
                        </a:extLst>
                      </p:cNvPr>
                      <p:cNvSpPr/>
                      <p:nvPr/>
                    </p:nvSpPr>
                    <p:spPr>
                      <a:xfrm>
                        <a:off x="1173592" y="3951414"/>
                        <a:ext cx="84343" cy="5"/>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 name="Google Shape;4390;p83">
                      <a:extLst>
                        <a:ext uri="{FF2B5EF4-FFF2-40B4-BE49-F238E27FC236}">
                          <a16:creationId xmlns:a16="http://schemas.microsoft.com/office/drawing/2014/main" id="{E9F85D09-B6B8-FB1F-0B2F-A3E317C692D2}"/>
                        </a:ext>
                      </a:extLst>
                    </p:cNvPr>
                    <p:cNvSpPr/>
                    <p:nvPr/>
                  </p:nvSpPr>
                  <p:spPr>
                    <a:xfrm>
                      <a:off x="1084172" y="3842857"/>
                      <a:ext cx="86476" cy="217131"/>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 name="Google Shape;4391;p83">
                    <a:extLst>
                      <a:ext uri="{FF2B5EF4-FFF2-40B4-BE49-F238E27FC236}">
                        <a16:creationId xmlns:a16="http://schemas.microsoft.com/office/drawing/2014/main" id="{31620CC8-EB0B-0DA0-FA24-B9CFBAE923DA}"/>
                      </a:ext>
                    </a:extLst>
                  </p:cNvPr>
                  <p:cNvSpPr/>
                  <p:nvPr/>
                </p:nvSpPr>
                <p:spPr>
                  <a:xfrm>
                    <a:off x="906290" y="3999967"/>
                    <a:ext cx="177893" cy="102717"/>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4392;p83">
                    <a:extLst>
                      <a:ext uri="{FF2B5EF4-FFF2-40B4-BE49-F238E27FC236}">
                        <a16:creationId xmlns:a16="http://schemas.microsoft.com/office/drawing/2014/main" id="{5A073944-A501-A6C2-213C-C3B63B7BE065}"/>
                      </a:ext>
                    </a:extLst>
                  </p:cNvPr>
                  <p:cNvSpPr/>
                  <p:nvPr/>
                </p:nvSpPr>
                <p:spPr>
                  <a:xfrm>
                    <a:off x="914509" y="3800594"/>
                    <a:ext cx="177888" cy="102731"/>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4393;p83">
                  <a:extLst>
                    <a:ext uri="{FF2B5EF4-FFF2-40B4-BE49-F238E27FC236}">
                      <a16:creationId xmlns:a16="http://schemas.microsoft.com/office/drawing/2014/main" id="{4433C159-FA05-2AB2-06F2-83690C6FDA5A}"/>
                    </a:ext>
                  </a:extLst>
                </p:cNvPr>
                <p:cNvGrpSpPr/>
                <p:nvPr/>
              </p:nvGrpSpPr>
              <p:grpSpPr>
                <a:xfrm>
                  <a:off x="724986" y="3830189"/>
                  <a:ext cx="189533" cy="25626"/>
                  <a:chOff x="724986" y="3830189"/>
                  <a:chExt cx="189533" cy="25626"/>
                </a:xfrm>
              </p:grpSpPr>
              <p:sp>
                <p:nvSpPr>
                  <p:cNvPr id="311" name="Google Shape;4394;p83">
                    <a:extLst>
                      <a:ext uri="{FF2B5EF4-FFF2-40B4-BE49-F238E27FC236}">
                        <a16:creationId xmlns:a16="http://schemas.microsoft.com/office/drawing/2014/main" id="{D787263B-AA0D-93B2-2E9F-6587D55092CE}"/>
                      </a:ext>
                    </a:extLst>
                  </p:cNvPr>
                  <p:cNvSpPr/>
                  <p:nvPr/>
                </p:nvSpPr>
                <p:spPr>
                  <a:xfrm>
                    <a:off x="724986" y="3830189"/>
                    <a:ext cx="26646" cy="25626"/>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4395;p83">
                    <a:extLst>
                      <a:ext uri="{FF2B5EF4-FFF2-40B4-BE49-F238E27FC236}">
                        <a16:creationId xmlns:a16="http://schemas.microsoft.com/office/drawing/2014/main" id="{6399207B-B97E-109E-C3E6-9016D001EB5B}"/>
                      </a:ext>
                    </a:extLst>
                  </p:cNvPr>
                  <p:cNvSpPr/>
                  <p:nvPr/>
                </p:nvSpPr>
                <p:spPr>
                  <a:xfrm>
                    <a:off x="746695" y="3842838"/>
                    <a:ext cx="167824" cy="5"/>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385" name="Google Shape;4396;p83">
            <a:extLst>
              <a:ext uri="{FF2B5EF4-FFF2-40B4-BE49-F238E27FC236}">
                <a16:creationId xmlns:a16="http://schemas.microsoft.com/office/drawing/2014/main" id="{97808EEE-4BC7-7159-F187-C3E14BDAFB8F}"/>
              </a:ext>
            </a:extLst>
          </p:cNvPr>
          <p:cNvGrpSpPr/>
          <p:nvPr/>
        </p:nvGrpSpPr>
        <p:grpSpPr>
          <a:xfrm>
            <a:off x="3128562" y="3134952"/>
            <a:ext cx="1212115" cy="1213734"/>
            <a:chOff x="2253298" y="2428317"/>
            <a:chExt cx="948701" cy="935378"/>
          </a:xfrm>
        </p:grpSpPr>
        <p:sp>
          <p:nvSpPr>
            <p:cNvPr id="386" name="Google Shape;4397;p83">
              <a:extLst>
                <a:ext uri="{FF2B5EF4-FFF2-40B4-BE49-F238E27FC236}">
                  <a16:creationId xmlns:a16="http://schemas.microsoft.com/office/drawing/2014/main" id="{68EE5EF3-C365-6841-74EB-B9E402511A04}"/>
                </a:ext>
              </a:extLst>
            </p:cNvPr>
            <p:cNvSpPr/>
            <p:nvPr/>
          </p:nvSpPr>
          <p:spPr>
            <a:xfrm>
              <a:off x="2418065" y="2799334"/>
              <a:ext cx="619167" cy="193359"/>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4398;p83">
              <a:extLst>
                <a:ext uri="{FF2B5EF4-FFF2-40B4-BE49-F238E27FC236}">
                  <a16:creationId xmlns:a16="http://schemas.microsoft.com/office/drawing/2014/main" id="{4863963F-7685-F1E8-23AE-D7F428EBCD44}"/>
                </a:ext>
              </a:extLst>
            </p:cNvPr>
            <p:cNvSpPr/>
            <p:nvPr/>
          </p:nvSpPr>
          <p:spPr>
            <a:xfrm>
              <a:off x="2373234" y="2761962"/>
              <a:ext cx="248482" cy="268106"/>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4399;p83">
              <a:extLst>
                <a:ext uri="{FF2B5EF4-FFF2-40B4-BE49-F238E27FC236}">
                  <a16:creationId xmlns:a16="http://schemas.microsoft.com/office/drawing/2014/main" id="{674EE561-57D0-F191-AE0C-71580E0F1793}"/>
                </a:ext>
              </a:extLst>
            </p:cNvPr>
            <p:cNvSpPr/>
            <p:nvPr/>
          </p:nvSpPr>
          <p:spPr>
            <a:xfrm>
              <a:off x="2726356" y="3024889"/>
              <a:ext cx="2582" cy="9932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4400;p83">
              <a:extLst>
                <a:ext uri="{FF2B5EF4-FFF2-40B4-BE49-F238E27FC236}">
                  <a16:creationId xmlns:a16="http://schemas.microsoft.com/office/drawing/2014/main" id="{0A0CF159-06B2-42F4-23EB-6EE53F8B3954}"/>
                </a:ext>
              </a:extLst>
            </p:cNvPr>
            <p:cNvSpPr/>
            <p:nvPr/>
          </p:nvSpPr>
          <p:spPr>
            <a:xfrm>
              <a:off x="2785174" y="3024884"/>
              <a:ext cx="287220" cy="9933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4401;p83">
              <a:extLst>
                <a:ext uri="{FF2B5EF4-FFF2-40B4-BE49-F238E27FC236}">
                  <a16:creationId xmlns:a16="http://schemas.microsoft.com/office/drawing/2014/main" id="{9031FA7F-228C-8970-21F0-C99F558C65D0}"/>
                </a:ext>
              </a:extLst>
            </p:cNvPr>
            <p:cNvSpPr/>
            <p:nvPr/>
          </p:nvSpPr>
          <p:spPr>
            <a:xfrm>
              <a:off x="2382903" y="3024884"/>
              <a:ext cx="287215" cy="9933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4402;p83">
              <a:extLst>
                <a:ext uri="{FF2B5EF4-FFF2-40B4-BE49-F238E27FC236}">
                  <a16:creationId xmlns:a16="http://schemas.microsoft.com/office/drawing/2014/main" id="{91D6A4EF-3CBC-AADC-12E7-381D85077FE0}"/>
                </a:ext>
              </a:extLst>
            </p:cNvPr>
            <p:cNvSpPr/>
            <p:nvPr/>
          </p:nvSpPr>
          <p:spPr>
            <a:xfrm>
              <a:off x="2596756" y="3151259"/>
              <a:ext cx="261784" cy="212436"/>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4403;p83">
              <a:extLst>
                <a:ext uri="{FF2B5EF4-FFF2-40B4-BE49-F238E27FC236}">
                  <a16:creationId xmlns:a16="http://schemas.microsoft.com/office/drawing/2014/main" id="{50A9DB87-CF90-6B33-3D58-E43AD7B508E3}"/>
                </a:ext>
              </a:extLst>
            </p:cNvPr>
            <p:cNvSpPr/>
            <p:nvPr/>
          </p:nvSpPr>
          <p:spPr>
            <a:xfrm>
              <a:off x="2940204" y="3151259"/>
              <a:ext cx="261795" cy="212436"/>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4404;p83">
              <a:extLst>
                <a:ext uri="{FF2B5EF4-FFF2-40B4-BE49-F238E27FC236}">
                  <a16:creationId xmlns:a16="http://schemas.microsoft.com/office/drawing/2014/main" id="{012EE70B-3BFA-AFE3-DD4B-AF1B4BEC8CD9}"/>
                </a:ext>
              </a:extLst>
            </p:cNvPr>
            <p:cNvSpPr/>
            <p:nvPr/>
          </p:nvSpPr>
          <p:spPr>
            <a:xfrm>
              <a:off x="2253298" y="3151259"/>
              <a:ext cx="261795" cy="212436"/>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4405;p83">
              <a:extLst>
                <a:ext uri="{FF2B5EF4-FFF2-40B4-BE49-F238E27FC236}">
                  <a16:creationId xmlns:a16="http://schemas.microsoft.com/office/drawing/2014/main" id="{D374225E-6324-99F9-FE80-E6E45DBBF866}"/>
                </a:ext>
              </a:extLst>
            </p:cNvPr>
            <p:cNvSpPr/>
            <p:nvPr/>
          </p:nvSpPr>
          <p:spPr>
            <a:xfrm>
              <a:off x="2718685" y="3113966"/>
              <a:ext cx="17919" cy="17924"/>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4406;p83">
              <a:extLst>
                <a:ext uri="{FF2B5EF4-FFF2-40B4-BE49-F238E27FC236}">
                  <a16:creationId xmlns:a16="http://schemas.microsoft.com/office/drawing/2014/main" id="{B721198E-32A7-A28B-9552-19547BC295C5}"/>
                </a:ext>
              </a:extLst>
            </p:cNvPr>
            <p:cNvSpPr/>
            <p:nvPr/>
          </p:nvSpPr>
          <p:spPr>
            <a:xfrm>
              <a:off x="3062128" y="3113966"/>
              <a:ext cx="17924" cy="17924"/>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4407;p83">
              <a:extLst>
                <a:ext uri="{FF2B5EF4-FFF2-40B4-BE49-F238E27FC236}">
                  <a16:creationId xmlns:a16="http://schemas.microsoft.com/office/drawing/2014/main" id="{7C1AAF02-F7D9-1596-6120-1CAC825B0CB6}"/>
                </a:ext>
              </a:extLst>
            </p:cNvPr>
            <p:cNvSpPr/>
            <p:nvPr/>
          </p:nvSpPr>
          <p:spPr>
            <a:xfrm>
              <a:off x="2375226" y="3113966"/>
              <a:ext cx="17924" cy="17924"/>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4408;p83">
              <a:extLst>
                <a:ext uri="{FF2B5EF4-FFF2-40B4-BE49-F238E27FC236}">
                  <a16:creationId xmlns:a16="http://schemas.microsoft.com/office/drawing/2014/main" id="{03A051E0-E4FB-8E3C-D6B6-ED9B6A4DC717}"/>
                </a:ext>
              </a:extLst>
            </p:cNvPr>
            <p:cNvSpPr/>
            <p:nvPr/>
          </p:nvSpPr>
          <p:spPr>
            <a:xfrm>
              <a:off x="2718685" y="3017224"/>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4409;p83">
              <a:extLst>
                <a:ext uri="{FF2B5EF4-FFF2-40B4-BE49-F238E27FC236}">
                  <a16:creationId xmlns:a16="http://schemas.microsoft.com/office/drawing/2014/main" id="{7F940087-1313-741C-EF38-F79FCE45BC4F}"/>
                </a:ext>
              </a:extLst>
            </p:cNvPr>
            <p:cNvSpPr/>
            <p:nvPr/>
          </p:nvSpPr>
          <p:spPr>
            <a:xfrm>
              <a:off x="2777509" y="3017224"/>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4410;p83">
              <a:extLst>
                <a:ext uri="{FF2B5EF4-FFF2-40B4-BE49-F238E27FC236}">
                  <a16:creationId xmlns:a16="http://schemas.microsoft.com/office/drawing/2014/main" id="{D7FBE91C-B2DA-C7AC-C163-D27C4076091B}"/>
                </a:ext>
              </a:extLst>
            </p:cNvPr>
            <p:cNvSpPr/>
            <p:nvPr/>
          </p:nvSpPr>
          <p:spPr>
            <a:xfrm>
              <a:off x="2659856" y="3017224"/>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411;p83">
              <a:extLst>
                <a:ext uri="{FF2B5EF4-FFF2-40B4-BE49-F238E27FC236}">
                  <a16:creationId xmlns:a16="http://schemas.microsoft.com/office/drawing/2014/main" id="{72898873-BC13-5FB6-43DA-BDE4F9A356E4}"/>
                </a:ext>
              </a:extLst>
            </p:cNvPr>
            <p:cNvSpPr/>
            <p:nvPr/>
          </p:nvSpPr>
          <p:spPr>
            <a:xfrm>
              <a:off x="2726356" y="2667807"/>
              <a:ext cx="2582" cy="99322"/>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412;p83">
              <a:extLst>
                <a:ext uri="{FF2B5EF4-FFF2-40B4-BE49-F238E27FC236}">
                  <a16:creationId xmlns:a16="http://schemas.microsoft.com/office/drawing/2014/main" id="{659B0F22-451A-3FC8-9A5B-0BB99E7469C8}"/>
                </a:ext>
              </a:extLst>
            </p:cNvPr>
            <p:cNvSpPr/>
            <p:nvPr/>
          </p:nvSpPr>
          <p:spPr>
            <a:xfrm>
              <a:off x="2785174" y="2667796"/>
              <a:ext cx="287210" cy="9933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413;p83">
              <a:extLst>
                <a:ext uri="{FF2B5EF4-FFF2-40B4-BE49-F238E27FC236}">
                  <a16:creationId xmlns:a16="http://schemas.microsoft.com/office/drawing/2014/main" id="{01C09836-8B21-D11A-4EAF-83078A2DE65E}"/>
                </a:ext>
              </a:extLst>
            </p:cNvPr>
            <p:cNvSpPr/>
            <p:nvPr/>
          </p:nvSpPr>
          <p:spPr>
            <a:xfrm>
              <a:off x="2382892" y="2667796"/>
              <a:ext cx="287226" cy="9933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414;p83">
              <a:extLst>
                <a:ext uri="{FF2B5EF4-FFF2-40B4-BE49-F238E27FC236}">
                  <a16:creationId xmlns:a16="http://schemas.microsoft.com/office/drawing/2014/main" id="{AD263795-1DA2-F787-D9E1-9E40FBA7D228}"/>
                </a:ext>
              </a:extLst>
            </p:cNvPr>
            <p:cNvSpPr/>
            <p:nvPr/>
          </p:nvSpPr>
          <p:spPr>
            <a:xfrm>
              <a:off x="2596756" y="2428317"/>
              <a:ext cx="261784" cy="212447"/>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415;p83">
              <a:extLst>
                <a:ext uri="{FF2B5EF4-FFF2-40B4-BE49-F238E27FC236}">
                  <a16:creationId xmlns:a16="http://schemas.microsoft.com/office/drawing/2014/main" id="{74FCC7B4-740A-0928-76A6-1DFD817BEB11}"/>
                </a:ext>
              </a:extLst>
            </p:cNvPr>
            <p:cNvSpPr/>
            <p:nvPr/>
          </p:nvSpPr>
          <p:spPr>
            <a:xfrm>
              <a:off x="2940204" y="2428317"/>
              <a:ext cx="261795" cy="212447"/>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416;p83">
              <a:extLst>
                <a:ext uri="{FF2B5EF4-FFF2-40B4-BE49-F238E27FC236}">
                  <a16:creationId xmlns:a16="http://schemas.microsoft.com/office/drawing/2014/main" id="{2C497C9C-EB73-CE3B-1D09-E33E10FA996E}"/>
                </a:ext>
              </a:extLst>
            </p:cNvPr>
            <p:cNvSpPr/>
            <p:nvPr/>
          </p:nvSpPr>
          <p:spPr>
            <a:xfrm>
              <a:off x="2253298" y="2428317"/>
              <a:ext cx="261795" cy="212447"/>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417;p83">
              <a:extLst>
                <a:ext uri="{FF2B5EF4-FFF2-40B4-BE49-F238E27FC236}">
                  <a16:creationId xmlns:a16="http://schemas.microsoft.com/office/drawing/2014/main" id="{55E5BB69-192B-7FDA-47DE-D5473905194F}"/>
                </a:ext>
              </a:extLst>
            </p:cNvPr>
            <p:cNvSpPr/>
            <p:nvPr/>
          </p:nvSpPr>
          <p:spPr>
            <a:xfrm>
              <a:off x="2718685" y="2660136"/>
              <a:ext cx="17919" cy="17919"/>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418;p83">
              <a:extLst>
                <a:ext uri="{FF2B5EF4-FFF2-40B4-BE49-F238E27FC236}">
                  <a16:creationId xmlns:a16="http://schemas.microsoft.com/office/drawing/2014/main" id="{3CFBF8C0-037C-0738-9078-567BD52601C4}"/>
                </a:ext>
              </a:extLst>
            </p:cNvPr>
            <p:cNvSpPr/>
            <p:nvPr/>
          </p:nvSpPr>
          <p:spPr>
            <a:xfrm>
              <a:off x="3062128" y="2660136"/>
              <a:ext cx="17924" cy="17919"/>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419;p83">
              <a:extLst>
                <a:ext uri="{FF2B5EF4-FFF2-40B4-BE49-F238E27FC236}">
                  <a16:creationId xmlns:a16="http://schemas.microsoft.com/office/drawing/2014/main" id="{B1190F0E-5ADC-D2BB-995E-22244AF10BC5}"/>
                </a:ext>
              </a:extLst>
            </p:cNvPr>
            <p:cNvSpPr/>
            <p:nvPr/>
          </p:nvSpPr>
          <p:spPr>
            <a:xfrm>
              <a:off x="2375226" y="2660136"/>
              <a:ext cx="17924" cy="17919"/>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420;p83">
              <a:extLst>
                <a:ext uri="{FF2B5EF4-FFF2-40B4-BE49-F238E27FC236}">
                  <a16:creationId xmlns:a16="http://schemas.microsoft.com/office/drawing/2014/main" id="{9C140985-2797-91C0-A5AE-E0716C894B7B}"/>
                </a:ext>
              </a:extLst>
            </p:cNvPr>
            <p:cNvSpPr/>
            <p:nvPr/>
          </p:nvSpPr>
          <p:spPr>
            <a:xfrm>
              <a:off x="2718685" y="2756878"/>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421;p83">
              <a:extLst>
                <a:ext uri="{FF2B5EF4-FFF2-40B4-BE49-F238E27FC236}">
                  <a16:creationId xmlns:a16="http://schemas.microsoft.com/office/drawing/2014/main" id="{619FF86D-955F-C3D6-20CD-DB40E4F2BE2B}"/>
                </a:ext>
              </a:extLst>
            </p:cNvPr>
            <p:cNvSpPr/>
            <p:nvPr/>
          </p:nvSpPr>
          <p:spPr>
            <a:xfrm>
              <a:off x="2777509" y="2756878"/>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422;p83">
              <a:extLst>
                <a:ext uri="{FF2B5EF4-FFF2-40B4-BE49-F238E27FC236}">
                  <a16:creationId xmlns:a16="http://schemas.microsoft.com/office/drawing/2014/main" id="{4C3BDB61-0E6E-192C-0BE3-BDEAAC012FD3}"/>
                </a:ext>
              </a:extLst>
            </p:cNvPr>
            <p:cNvSpPr/>
            <p:nvPr/>
          </p:nvSpPr>
          <p:spPr>
            <a:xfrm>
              <a:off x="2659856" y="2756878"/>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423;p83">
              <a:extLst>
                <a:ext uri="{FF2B5EF4-FFF2-40B4-BE49-F238E27FC236}">
                  <a16:creationId xmlns:a16="http://schemas.microsoft.com/office/drawing/2014/main" id="{99DC43F5-1230-2D32-DCB9-2172F85466C1}"/>
                </a:ext>
              </a:extLst>
            </p:cNvPr>
            <p:cNvSpPr/>
            <p:nvPr/>
          </p:nvSpPr>
          <p:spPr>
            <a:xfrm>
              <a:off x="2301024" y="2533889"/>
              <a:ext cx="163753" cy="1291"/>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424;p83">
              <a:extLst>
                <a:ext uri="{FF2B5EF4-FFF2-40B4-BE49-F238E27FC236}">
                  <a16:creationId xmlns:a16="http://schemas.microsoft.com/office/drawing/2014/main" id="{F43ECDD9-6BEA-3585-1499-72D1133BF3F3}"/>
                </a:ext>
              </a:extLst>
            </p:cNvPr>
            <p:cNvSpPr/>
            <p:nvPr/>
          </p:nvSpPr>
          <p:spPr>
            <a:xfrm>
              <a:off x="2644918" y="2533889"/>
              <a:ext cx="163747" cy="1291"/>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425;p83">
              <a:extLst>
                <a:ext uri="{FF2B5EF4-FFF2-40B4-BE49-F238E27FC236}">
                  <a16:creationId xmlns:a16="http://schemas.microsoft.com/office/drawing/2014/main" id="{47571252-876B-8647-2105-04B217A86578}"/>
                </a:ext>
              </a:extLst>
            </p:cNvPr>
            <p:cNvSpPr/>
            <p:nvPr/>
          </p:nvSpPr>
          <p:spPr>
            <a:xfrm>
              <a:off x="2990071" y="2533889"/>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426;p83">
              <a:extLst>
                <a:ext uri="{FF2B5EF4-FFF2-40B4-BE49-F238E27FC236}">
                  <a16:creationId xmlns:a16="http://schemas.microsoft.com/office/drawing/2014/main" id="{DA1188F3-6748-B8E3-709C-C4A9F75CD56B}"/>
                </a:ext>
              </a:extLst>
            </p:cNvPr>
            <p:cNvSpPr/>
            <p:nvPr/>
          </p:nvSpPr>
          <p:spPr>
            <a:xfrm>
              <a:off x="2644918" y="3256825"/>
              <a:ext cx="163758" cy="1291"/>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427;p83">
              <a:extLst>
                <a:ext uri="{FF2B5EF4-FFF2-40B4-BE49-F238E27FC236}">
                  <a16:creationId xmlns:a16="http://schemas.microsoft.com/office/drawing/2014/main" id="{668B4C7D-835E-78FC-29A0-CD4A2A4813B4}"/>
                </a:ext>
              </a:extLst>
            </p:cNvPr>
            <p:cNvSpPr/>
            <p:nvPr/>
          </p:nvSpPr>
          <p:spPr>
            <a:xfrm>
              <a:off x="2301427" y="3256825"/>
              <a:ext cx="163758" cy="1291"/>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428;p83">
              <a:extLst>
                <a:ext uri="{FF2B5EF4-FFF2-40B4-BE49-F238E27FC236}">
                  <a16:creationId xmlns:a16="http://schemas.microsoft.com/office/drawing/2014/main" id="{CA94CCEF-2ACA-5DFD-34AA-71ACF3761423}"/>
                </a:ext>
              </a:extLst>
            </p:cNvPr>
            <p:cNvSpPr/>
            <p:nvPr/>
          </p:nvSpPr>
          <p:spPr>
            <a:xfrm>
              <a:off x="2990102" y="3256847"/>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429;p83">
              <a:extLst>
                <a:ext uri="{FF2B5EF4-FFF2-40B4-BE49-F238E27FC236}">
                  <a16:creationId xmlns:a16="http://schemas.microsoft.com/office/drawing/2014/main" id="{DA9A709B-FB8A-2A72-2CCB-89D7FC389719}"/>
                </a:ext>
              </a:extLst>
            </p:cNvPr>
            <p:cNvSpPr/>
            <p:nvPr/>
          </p:nvSpPr>
          <p:spPr>
            <a:xfrm>
              <a:off x="2833559" y="2761962"/>
              <a:ext cx="248503" cy="268106"/>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75389539"/>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751</Words>
  <Application>Microsoft Office PowerPoint</Application>
  <PresentationFormat>Szélesvásznú</PresentationFormat>
  <Paragraphs>101</Paragraphs>
  <Slides>17</Slides>
  <Notes>0</Notes>
  <HiddenSlides>0</HiddenSlides>
  <MMClips>0</MMClips>
  <ScaleCrop>false</ScaleCrop>
  <HeadingPairs>
    <vt:vector size="6" baseType="variant">
      <vt:variant>
        <vt:lpstr>Használt betűtípusok</vt:lpstr>
      </vt:variant>
      <vt:variant>
        <vt:i4>7</vt:i4>
      </vt:variant>
      <vt:variant>
        <vt:lpstr>Téma</vt:lpstr>
      </vt:variant>
      <vt:variant>
        <vt:i4>1</vt:i4>
      </vt:variant>
      <vt:variant>
        <vt:lpstr>Diacímek</vt:lpstr>
      </vt:variant>
      <vt:variant>
        <vt:i4>17</vt:i4>
      </vt:variant>
    </vt:vector>
  </HeadingPairs>
  <TitlesOfParts>
    <vt:vector size="25" baseType="lpstr">
      <vt:lpstr>Calibri</vt:lpstr>
      <vt:lpstr>Raleway Black</vt:lpstr>
      <vt:lpstr>Arial</vt:lpstr>
      <vt:lpstr>IBM Plex Serif SemiBold</vt:lpstr>
      <vt:lpstr>IBM Plex Serif Light</vt:lpstr>
      <vt:lpstr>Aptos</vt:lpstr>
      <vt:lpstr>Mukta</vt:lpstr>
      <vt:lpstr>Office-téma</vt:lpstr>
      <vt:lpstr>Asztali futáralkalmazás tervezése és megvalósítása</vt:lpstr>
      <vt:lpstr>Feladat célja</vt:lpstr>
      <vt:lpstr>Tech stack</vt:lpstr>
      <vt:lpstr>Funkciók</vt:lpstr>
      <vt:lpstr>Adatbázis architektúra</vt:lpstr>
      <vt:lpstr>Mérföldkövek</vt:lpstr>
      <vt:lpstr>Köszönjük a figyelmet!</vt:lpstr>
      <vt:lpstr>PowerPoint-bemutató</vt:lpstr>
      <vt:lpstr>cím</vt:lpstr>
      <vt:lpstr>Betűtípusok telepítése</vt:lpstr>
      <vt:lpstr>Táblázat példa</vt:lpstr>
      <vt:lpstr>98,300,000</vt:lpstr>
      <vt:lpstr>Szöveges példaoldal</vt:lpstr>
      <vt:lpstr>Százalékok</vt:lpstr>
      <vt:lpstr>—Idézet szerzője</vt:lpstr>
      <vt:lpstr>Két hasábos minta</vt:lpstr>
      <vt:lpstr>Grafikai elemek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Pannon Egyetem</dc:title>
  <dc:creator>USER</dc:creator>
  <cp:lastModifiedBy>Patkós Boglárka</cp:lastModifiedBy>
  <cp:revision>29</cp:revision>
  <dcterms:created xsi:type="dcterms:W3CDTF">2021-09-14T10:57:43Z</dcterms:created>
  <dcterms:modified xsi:type="dcterms:W3CDTF">2026-10-05T14:48:28Z</dcterms:modified>
</cp:coreProperties>
</file>